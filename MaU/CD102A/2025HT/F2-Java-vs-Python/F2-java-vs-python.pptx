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256" r:id="rId5"/>
    <p:sldId id="257" r:id="rId6"/>
    <p:sldId id="258" r:id="rId7"/>
    <p:sldId id="259" r:id="rId8"/>
    <p:sldId id="269" r:id="rId9"/>
    <p:sldId id="270" r:id="rId10"/>
    <p:sldId id="271" r:id="rId11"/>
    <p:sldId id="272" r:id="rId12"/>
    <p:sldId id="273" r:id="rId13"/>
    <p:sldId id="274" r:id="rId14"/>
    <p:sldId id="260" r:id="rId15"/>
    <p:sldId id="261" r:id="rId16"/>
    <p:sldId id="275" r:id="rId17"/>
    <p:sldId id="262" r:id="rId18"/>
    <p:sldId id="263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92" r:id="rId32"/>
    <p:sldId id="293" r:id="rId33"/>
    <p:sldId id="288" r:id="rId34"/>
    <p:sldId id="289" r:id="rId35"/>
    <p:sldId id="290" r:id="rId36"/>
    <p:sldId id="291" r:id="rId37"/>
    <p:sldId id="296" r:id="rId38"/>
    <p:sldId id="295" r:id="rId39"/>
    <p:sldId id="297" r:id="rId40"/>
    <p:sldId id="298" r:id="rId41"/>
    <p:sldId id="266" r:id="rId42"/>
    <p:sldId id="267" r:id="rId43"/>
    <p:sldId id="294" r:id="rId44"/>
    <p:sldId id="268" r:id="rId45"/>
  </p:sldIdLst>
  <p:sldSz cx="12192000" cy="6858000"/>
  <p:notesSz cx="6858000" cy="9144000"/>
  <p:embeddedFontLst>
    <p:embeddedFont>
      <p:font typeface="Consolas" panose="020B0609020204030204" pitchFamily="49" charset="0"/>
      <p:regular r:id="rId48"/>
      <p:bold r:id="rId49"/>
      <p:italic r:id="rId50"/>
      <p:boldItalic r:id="rId51"/>
    </p:embeddedFont>
    <p:embeddedFont>
      <p:font typeface="Trebuchet MS" panose="020B0603020202020204" pitchFamily="34" charset="0"/>
      <p:regular r:id="rId52"/>
      <p:bold r:id="rId53"/>
      <p:italic r:id="rId54"/>
      <p:boldItalic r:id="rId55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vsnitt" id="{E92394E1-429D-4337-845E-074416945962}">
          <p14:sldIdLst>
            <p14:sldId id="256"/>
            <p14:sldId id="257"/>
          </p14:sldIdLst>
        </p14:section>
        <p14:section name="Repetition" id="{5D995B05-C2AB-4BF7-8883-54C0954D29B0}">
          <p14:sldIdLst>
            <p14:sldId id="258"/>
            <p14:sldId id="259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vsnitt 1" id="{C1F0B8B5-B340-484D-9659-DBE34FE6DC58}">
          <p14:sldIdLst>
            <p14:sldId id="260"/>
            <p14:sldId id="261"/>
            <p14:sldId id="275"/>
          </p14:sldIdLst>
        </p14:section>
        <p14:section name="Avsnitt 2" id="{0781311C-80EF-4D9F-93FC-55CFAFF5F841}">
          <p14:sldIdLst>
            <p14:sldId id="262"/>
            <p14:sldId id="263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92"/>
            <p14:sldId id="293"/>
            <p14:sldId id="288"/>
            <p14:sldId id="289"/>
            <p14:sldId id="290"/>
            <p14:sldId id="291"/>
          </p14:sldIdLst>
        </p14:section>
        <p14:section name="Klasser" id="{3D1B0705-B5AE-4A76-8CCF-08C74E3EA318}">
          <p14:sldIdLst>
            <p14:sldId id="296"/>
            <p14:sldId id="295"/>
            <p14:sldId id="297"/>
            <p14:sldId id="298"/>
          </p14:sldIdLst>
        </p14:section>
        <p14:section name="Sammanfattning" id="{27341775-1968-4198-8D7C-328147FB9A71}">
          <p14:sldIdLst>
            <p14:sldId id="266"/>
            <p14:sldId id="267"/>
            <p14:sldId id="29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0A3"/>
    <a:srgbClr val="FFFFFF"/>
    <a:srgbClr val="FCE0D2"/>
    <a:srgbClr val="B1C1DF"/>
    <a:srgbClr val="FFEC83"/>
    <a:srgbClr val="98D1C9"/>
    <a:srgbClr val="453777"/>
    <a:srgbClr val="FFE000"/>
    <a:srgbClr val="00A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5E05E2-EAD7-4161-929E-187A810F14DF}" v="37" dt="2025-09-12T14:05:38.713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llanmörkt format 2 - Dekorfär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llanmörkt format 2 - Dekorfär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llanmörkt format 1 - Dekorfär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llanmörkt format 1 - Dekorfär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llanmörkt format 1 - Dekorfär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llanmörkt format 2 - Dekorfär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llanmörkt format 2 - Dekorfär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llanmörkt forma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6327" autoAdjust="0"/>
  </p:normalViewPr>
  <p:slideViewPr>
    <p:cSldViewPr snapToGrid="0">
      <p:cViewPr varScale="1">
        <p:scale>
          <a:sx n="110" d="100"/>
          <a:sy n="110" d="100"/>
        </p:scale>
        <p:origin x="114" y="1062"/>
      </p:cViewPr>
      <p:guideLst/>
    </p:cSldViewPr>
  </p:slideViewPr>
  <p:outlineViewPr>
    <p:cViewPr>
      <p:scale>
        <a:sx n="33" d="100"/>
        <a:sy n="33" d="100"/>
      </p:scale>
      <p:origin x="0" y="-127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36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5.fntdata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e Ketola" userId="57c0af2d-1f42-41cc-91f0-49414ec4206f" providerId="ADAL" clId="{6D9BE9BA-5D08-43A2-83CC-5AAA0138FE35}"/>
    <pc:docChg chg="modSld">
      <pc:chgData name="Calle Ketola" userId="57c0af2d-1f42-41cc-91f0-49414ec4206f" providerId="ADAL" clId="{6D9BE9BA-5D08-43A2-83CC-5AAA0138FE35}" dt="2025-11-06T11:33:42.590" v="7" actId="20577"/>
      <pc:docMkLst>
        <pc:docMk/>
      </pc:docMkLst>
      <pc:sldChg chg="modSp mod">
        <pc:chgData name="Calle Ketola" userId="57c0af2d-1f42-41cc-91f0-49414ec4206f" providerId="ADAL" clId="{6D9BE9BA-5D08-43A2-83CC-5AAA0138FE35}" dt="2025-11-06T11:33:42.590" v="7" actId="20577"/>
        <pc:sldMkLst>
          <pc:docMk/>
          <pc:sldMk cId="3910801034" sldId="256"/>
        </pc:sldMkLst>
        <pc:spChg chg="mod">
          <ac:chgData name="Calle Ketola" userId="57c0af2d-1f42-41cc-91f0-49414ec4206f" providerId="ADAL" clId="{6D9BE9BA-5D08-43A2-83CC-5AAA0138FE35}" dt="2025-11-06T11:33:42.590" v="7" actId="20577"/>
          <ac:spMkLst>
            <pc:docMk/>
            <pc:sldMk cId="3910801034" sldId="256"/>
            <ac:spMk id="4" creationId="{BAA677A1-1833-69C8-8100-E1F031DAA961}"/>
          </ac:spMkLst>
        </pc:spChg>
      </pc:sldChg>
    </pc:docChg>
  </pc:docChgLst>
  <pc:docChgLst>
    <pc:chgData name="Calle Ketola" userId="57c0af2d-1f42-41cc-91f0-49414ec4206f" providerId="ADAL" clId="{EA5E05E2-EAD7-4161-929E-187A810F14DF}"/>
    <pc:docChg chg="undo custSel addSld delSld modSld addSection delSection modSection">
      <pc:chgData name="Calle Ketola" userId="57c0af2d-1f42-41cc-91f0-49414ec4206f" providerId="ADAL" clId="{EA5E05E2-EAD7-4161-929E-187A810F14DF}" dt="2025-09-15T08:02:36.066" v="4906" actId="20577"/>
      <pc:docMkLst>
        <pc:docMk/>
      </pc:docMkLst>
      <pc:sldChg chg="modSp mod">
        <pc:chgData name="Calle Ketola" userId="57c0af2d-1f42-41cc-91f0-49414ec4206f" providerId="ADAL" clId="{EA5E05E2-EAD7-4161-929E-187A810F14DF}" dt="2025-09-15T08:02:36.066" v="4906" actId="20577"/>
        <pc:sldMkLst>
          <pc:docMk/>
          <pc:sldMk cId="3910801034" sldId="256"/>
        </pc:sldMkLst>
      </pc:sldChg>
      <pc:sldChg chg="modSp mod">
        <pc:chgData name="Calle Ketola" userId="57c0af2d-1f42-41cc-91f0-49414ec4206f" providerId="ADAL" clId="{EA5E05E2-EAD7-4161-929E-187A810F14DF}" dt="2025-09-12T12:48:41.798" v="4209" actId="6549"/>
        <pc:sldMkLst>
          <pc:docMk/>
          <pc:sldMk cId="1124045154" sldId="257"/>
        </pc:sldMkLst>
      </pc:sldChg>
      <pc:sldChg chg="modSp mod">
        <pc:chgData name="Calle Ketola" userId="57c0af2d-1f42-41cc-91f0-49414ec4206f" providerId="ADAL" clId="{EA5E05E2-EAD7-4161-929E-187A810F14DF}" dt="2025-09-12T05:30:32.261" v="11" actId="20577"/>
        <pc:sldMkLst>
          <pc:docMk/>
          <pc:sldMk cId="2324233016" sldId="260"/>
        </pc:sldMkLst>
      </pc:sldChg>
      <pc:sldChg chg="modSp mod">
        <pc:chgData name="Calle Ketola" userId="57c0af2d-1f42-41cc-91f0-49414ec4206f" providerId="ADAL" clId="{EA5E05E2-EAD7-4161-929E-187A810F14DF}" dt="2025-09-12T05:33:13.101" v="546" actId="20577"/>
        <pc:sldMkLst>
          <pc:docMk/>
          <pc:sldMk cId="4119164122" sldId="261"/>
        </pc:sldMkLst>
      </pc:sldChg>
      <pc:sldChg chg="modSp mod">
        <pc:chgData name="Calle Ketola" userId="57c0af2d-1f42-41cc-91f0-49414ec4206f" providerId="ADAL" clId="{EA5E05E2-EAD7-4161-929E-187A810F14DF}" dt="2025-09-12T05:34:39.397" v="734" actId="20577"/>
        <pc:sldMkLst>
          <pc:docMk/>
          <pc:sldMk cId="2297547125" sldId="262"/>
        </pc:sldMkLst>
      </pc:sldChg>
      <pc:sldChg chg="modSp mod">
        <pc:chgData name="Calle Ketola" userId="57c0af2d-1f42-41cc-91f0-49414ec4206f" providerId="ADAL" clId="{EA5E05E2-EAD7-4161-929E-187A810F14DF}" dt="2025-09-12T05:38:01.192" v="992" actId="313"/>
        <pc:sldMkLst>
          <pc:docMk/>
          <pc:sldMk cId="1344213091" sldId="263"/>
        </pc:sldMkLst>
      </pc:sldChg>
      <pc:sldChg chg="del">
        <pc:chgData name="Calle Ketola" userId="57c0af2d-1f42-41cc-91f0-49414ec4206f" providerId="ADAL" clId="{EA5E05E2-EAD7-4161-929E-187A810F14DF}" dt="2025-09-12T11:41:19.954" v="3297" actId="47"/>
        <pc:sldMkLst>
          <pc:docMk/>
          <pc:sldMk cId="3191979202" sldId="264"/>
        </pc:sldMkLst>
      </pc:sldChg>
      <pc:sldChg chg="del">
        <pc:chgData name="Calle Ketola" userId="57c0af2d-1f42-41cc-91f0-49414ec4206f" providerId="ADAL" clId="{EA5E05E2-EAD7-4161-929E-187A810F14DF}" dt="2025-09-12T11:41:21.120" v="3298" actId="47"/>
        <pc:sldMkLst>
          <pc:docMk/>
          <pc:sldMk cId="4222036306" sldId="265"/>
        </pc:sldMkLst>
      </pc:sldChg>
      <pc:sldChg chg="modSp mod">
        <pc:chgData name="Calle Ketola" userId="57c0af2d-1f42-41cc-91f0-49414ec4206f" providerId="ADAL" clId="{EA5E05E2-EAD7-4161-929E-187A810F14DF}" dt="2025-09-12T11:42:32.652" v="3584" actId="20577"/>
        <pc:sldMkLst>
          <pc:docMk/>
          <pc:sldMk cId="2550281474" sldId="267"/>
        </pc:sldMkLst>
      </pc:sldChg>
      <pc:sldChg chg="modSp mod">
        <pc:chgData name="Calle Ketola" userId="57c0af2d-1f42-41cc-91f0-49414ec4206f" providerId="ADAL" clId="{EA5E05E2-EAD7-4161-929E-187A810F14DF}" dt="2025-09-11T13:16:31.808" v="7" actId="2711"/>
        <pc:sldMkLst>
          <pc:docMk/>
          <pc:sldMk cId="1452339357" sldId="269"/>
        </pc:sldMkLst>
      </pc:sldChg>
      <pc:sldChg chg="modSp mod">
        <pc:chgData name="Calle Ketola" userId="57c0af2d-1f42-41cc-91f0-49414ec4206f" providerId="ADAL" clId="{EA5E05E2-EAD7-4161-929E-187A810F14DF}" dt="2025-09-11T13:16:21.526" v="6" actId="2711"/>
        <pc:sldMkLst>
          <pc:docMk/>
          <pc:sldMk cId="1000880300" sldId="270"/>
        </pc:sldMkLst>
      </pc:sldChg>
      <pc:sldChg chg="modSp mod">
        <pc:chgData name="Calle Ketola" userId="57c0af2d-1f42-41cc-91f0-49414ec4206f" providerId="ADAL" clId="{EA5E05E2-EAD7-4161-929E-187A810F14DF}" dt="2025-09-11T13:16:11.365" v="5" actId="2711"/>
        <pc:sldMkLst>
          <pc:docMk/>
          <pc:sldMk cId="3711823315" sldId="271"/>
        </pc:sldMkLst>
      </pc:sldChg>
      <pc:sldChg chg="modSp mod">
        <pc:chgData name="Calle Ketola" userId="57c0af2d-1f42-41cc-91f0-49414ec4206f" providerId="ADAL" clId="{EA5E05E2-EAD7-4161-929E-187A810F14DF}" dt="2025-09-11T13:16:04.467" v="4" actId="2711"/>
        <pc:sldMkLst>
          <pc:docMk/>
          <pc:sldMk cId="2135041604" sldId="272"/>
        </pc:sldMkLst>
      </pc:sldChg>
      <pc:sldChg chg="modSp mod">
        <pc:chgData name="Calle Ketola" userId="57c0af2d-1f42-41cc-91f0-49414ec4206f" providerId="ADAL" clId="{EA5E05E2-EAD7-4161-929E-187A810F14DF}" dt="2025-09-11T13:15:40.991" v="2" actId="2711"/>
        <pc:sldMkLst>
          <pc:docMk/>
          <pc:sldMk cId="1557685914" sldId="273"/>
        </pc:sldMkLst>
      </pc:sldChg>
      <pc:sldChg chg="modSp mod">
        <pc:chgData name="Calle Ketola" userId="57c0af2d-1f42-41cc-91f0-49414ec4206f" providerId="ADAL" clId="{EA5E05E2-EAD7-4161-929E-187A810F14DF}" dt="2025-09-11T13:15:31.684" v="1" actId="2711"/>
        <pc:sldMkLst>
          <pc:docMk/>
          <pc:sldMk cId="1857770999" sldId="274"/>
        </pc:sldMkLst>
      </pc:sldChg>
      <pc:sldChg chg="modSp new mod">
        <pc:chgData name="Calle Ketola" userId="57c0af2d-1f42-41cc-91f0-49414ec4206f" providerId="ADAL" clId="{EA5E05E2-EAD7-4161-929E-187A810F14DF}" dt="2025-09-12T05:34:23.714" v="724" actId="114"/>
        <pc:sldMkLst>
          <pc:docMk/>
          <pc:sldMk cId="3499453720" sldId="275"/>
        </pc:sldMkLst>
      </pc:sldChg>
      <pc:sldChg chg="modSp new mod">
        <pc:chgData name="Calle Ketola" userId="57c0af2d-1f42-41cc-91f0-49414ec4206f" providerId="ADAL" clId="{EA5E05E2-EAD7-4161-929E-187A810F14DF}" dt="2025-09-12T05:39:57.773" v="1336" actId="20577"/>
        <pc:sldMkLst>
          <pc:docMk/>
          <pc:sldMk cId="1544725184" sldId="276"/>
        </pc:sldMkLst>
      </pc:sldChg>
      <pc:sldChg chg="addSp modSp new mod">
        <pc:chgData name="Calle Ketola" userId="57c0af2d-1f42-41cc-91f0-49414ec4206f" providerId="ADAL" clId="{EA5E05E2-EAD7-4161-929E-187A810F14DF}" dt="2025-09-12T05:47:29.538" v="1365" actId="20577"/>
        <pc:sldMkLst>
          <pc:docMk/>
          <pc:sldMk cId="2222494052" sldId="277"/>
        </pc:sldMkLst>
      </pc:sldChg>
      <pc:sldChg chg="modSp new mod">
        <pc:chgData name="Calle Ketola" userId="57c0af2d-1f42-41cc-91f0-49414ec4206f" providerId="ADAL" clId="{EA5E05E2-EAD7-4161-929E-187A810F14DF}" dt="2025-09-12T05:49:12.083" v="1585" actId="2711"/>
        <pc:sldMkLst>
          <pc:docMk/>
          <pc:sldMk cId="3952100287" sldId="278"/>
        </pc:sldMkLst>
      </pc:sldChg>
      <pc:sldChg chg="addSp modSp new mod">
        <pc:chgData name="Calle Ketola" userId="57c0af2d-1f42-41cc-91f0-49414ec4206f" providerId="ADAL" clId="{EA5E05E2-EAD7-4161-929E-187A810F14DF}" dt="2025-09-12T06:44:41.335" v="1682" actId="2711"/>
        <pc:sldMkLst>
          <pc:docMk/>
          <pc:sldMk cId="1498410712" sldId="279"/>
        </pc:sldMkLst>
      </pc:sldChg>
      <pc:sldChg chg="addSp modSp new mod">
        <pc:chgData name="Calle Ketola" userId="57c0af2d-1f42-41cc-91f0-49414ec4206f" providerId="ADAL" clId="{EA5E05E2-EAD7-4161-929E-187A810F14DF}" dt="2025-09-12T11:10:02.404" v="1901" actId="1076"/>
        <pc:sldMkLst>
          <pc:docMk/>
          <pc:sldMk cId="56959474" sldId="280"/>
        </pc:sldMkLst>
      </pc:sldChg>
      <pc:sldChg chg="modSp new mod">
        <pc:chgData name="Calle Ketola" userId="57c0af2d-1f42-41cc-91f0-49414ec4206f" providerId="ADAL" clId="{EA5E05E2-EAD7-4161-929E-187A810F14DF}" dt="2025-09-12T11:12:31.134" v="2253" actId="20577"/>
        <pc:sldMkLst>
          <pc:docMk/>
          <pc:sldMk cId="4071010823" sldId="281"/>
        </pc:sldMkLst>
      </pc:sldChg>
      <pc:sldChg chg="addSp modSp new mod">
        <pc:chgData name="Calle Ketola" userId="57c0af2d-1f42-41cc-91f0-49414ec4206f" providerId="ADAL" clId="{EA5E05E2-EAD7-4161-929E-187A810F14DF}" dt="2025-09-12T11:16:26.581" v="2281" actId="208"/>
        <pc:sldMkLst>
          <pc:docMk/>
          <pc:sldMk cId="1434856163" sldId="282"/>
        </pc:sldMkLst>
      </pc:sldChg>
      <pc:sldChg chg="modSp new mod">
        <pc:chgData name="Calle Ketola" userId="57c0af2d-1f42-41cc-91f0-49414ec4206f" providerId="ADAL" clId="{EA5E05E2-EAD7-4161-929E-187A810F14DF}" dt="2025-09-12T11:18:44.600" v="2300" actId="208"/>
        <pc:sldMkLst>
          <pc:docMk/>
          <pc:sldMk cId="3526189779" sldId="283"/>
        </pc:sldMkLst>
      </pc:sldChg>
      <pc:sldChg chg="modSp new mod">
        <pc:chgData name="Calle Ketola" userId="57c0af2d-1f42-41cc-91f0-49414ec4206f" providerId="ADAL" clId="{EA5E05E2-EAD7-4161-929E-187A810F14DF}" dt="2025-09-12T11:23:25.272" v="2329" actId="208"/>
        <pc:sldMkLst>
          <pc:docMk/>
          <pc:sldMk cId="2196880559" sldId="284"/>
        </pc:sldMkLst>
      </pc:sldChg>
      <pc:sldChg chg="modSp new mod">
        <pc:chgData name="Calle Ketola" userId="57c0af2d-1f42-41cc-91f0-49414ec4206f" providerId="ADAL" clId="{EA5E05E2-EAD7-4161-929E-187A810F14DF}" dt="2025-09-12T11:25:40.147" v="2365" actId="208"/>
        <pc:sldMkLst>
          <pc:docMk/>
          <pc:sldMk cId="992007336" sldId="285"/>
        </pc:sldMkLst>
      </pc:sldChg>
      <pc:sldChg chg="addSp modSp new mod">
        <pc:chgData name="Calle Ketola" userId="57c0af2d-1f42-41cc-91f0-49414ec4206f" providerId="ADAL" clId="{EA5E05E2-EAD7-4161-929E-187A810F14DF}" dt="2025-09-12T11:27:58.224" v="2406" actId="14100"/>
        <pc:sldMkLst>
          <pc:docMk/>
          <pc:sldMk cId="818916297" sldId="286"/>
        </pc:sldMkLst>
      </pc:sldChg>
      <pc:sldChg chg="addSp modSp new mod">
        <pc:chgData name="Calle Ketola" userId="57c0af2d-1f42-41cc-91f0-49414ec4206f" providerId="ADAL" clId="{EA5E05E2-EAD7-4161-929E-187A810F14DF}" dt="2025-09-12T11:30:46.680" v="2477" actId="20577"/>
        <pc:sldMkLst>
          <pc:docMk/>
          <pc:sldMk cId="2603042566" sldId="287"/>
        </pc:sldMkLst>
      </pc:sldChg>
      <pc:sldChg chg="modSp new mod">
        <pc:chgData name="Calle Ketola" userId="57c0af2d-1f42-41cc-91f0-49414ec4206f" providerId="ADAL" clId="{EA5E05E2-EAD7-4161-929E-187A810F14DF}" dt="2025-09-12T11:31:51.095" v="2512" actId="14100"/>
        <pc:sldMkLst>
          <pc:docMk/>
          <pc:sldMk cId="3781590199" sldId="288"/>
        </pc:sldMkLst>
      </pc:sldChg>
      <pc:sldChg chg="addSp modSp new mod">
        <pc:chgData name="Calle Ketola" userId="57c0af2d-1f42-41cc-91f0-49414ec4206f" providerId="ADAL" clId="{EA5E05E2-EAD7-4161-929E-187A810F14DF}" dt="2025-09-12T11:34:56.911" v="2843" actId="208"/>
        <pc:sldMkLst>
          <pc:docMk/>
          <pc:sldMk cId="333405016" sldId="289"/>
        </pc:sldMkLst>
      </pc:sldChg>
      <pc:sldChg chg="addSp modSp new mod">
        <pc:chgData name="Calle Ketola" userId="57c0af2d-1f42-41cc-91f0-49414ec4206f" providerId="ADAL" clId="{EA5E05E2-EAD7-4161-929E-187A810F14DF}" dt="2025-09-12T11:37:00.916" v="3096" actId="20577"/>
        <pc:sldMkLst>
          <pc:docMk/>
          <pc:sldMk cId="790504231" sldId="290"/>
        </pc:sldMkLst>
      </pc:sldChg>
      <pc:sldChg chg="addSp modSp new mod">
        <pc:chgData name="Calle Ketola" userId="57c0af2d-1f42-41cc-91f0-49414ec4206f" providerId="ADAL" clId="{EA5E05E2-EAD7-4161-929E-187A810F14DF}" dt="2025-09-12T11:40:44.566" v="3296" actId="1076"/>
        <pc:sldMkLst>
          <pc:docMk/>
          <pc:sldMk cId="2829483740" sldId="291"/>
        </pc:sldMkLst>
      </pc:sldChg>
      <pc:sldChg chg="addSp modSp new mod">
        <pc:chgData name="Calle Ketola" userId="57c0af2d-1f42-41cc-91f0-49414ec4206f" providerId="ADAL" clId="{EA5E05E2-EAD7-4161-929E-187A810F14DF}" dt="2025-09-12T11:46:53.001" v="3717" actId="14100"/>
        <pc:sldMkLst>
          <pc:docMk/>
          <pc:sldMk cId="3367999062" sldId="292"/>
        </pc:sldMkLst>
      </pc:sldChg>
      <pc:sldChg chg="addSp modSp new mod">
        <pc:chgData name="Calle Ketola" userId="57c0af2d-1f42-41cc-91f0-49414ec4206f" providerId="ADAL" clId="{EA5E05E2-EAD7-4161-929E-187A810F14DF}" dt="2025-09-12T11:50:42.341" v="3963" actId="20577"/>
        <pc:sldMkLst>
          <pc:docMk/>
          <pc:sldMk cId="550306027" sldId="293"/>
        </pc:sldMkLst>
      </pc:sldChg>
      <pc:sldChg chg="modSp new mod">
        <pc:chgData name="Calle Ketola" userId="57c0af2d-1f42-41cc-91f0-49414ec4206f" providerId="ADAL" clId="{EA5E05E2-EAD7-4161-929E-187A810F14DF}" dt="2025-09-12T11:53:01.521" v="4137" actId="114"/>
        <pc:sldMkLst>
          <pc:docMk/>
          <pc:sldMk cId="2128203850" sldId="294"/>
        </pc:sldMkLst>
      </pc:sldChg>
      <pc:sldChg chg="modSp new mod">
        <pc:chgData name="Calle Ketola" userId="57c0af2d-1f42-41cc-91f0-49414ec4206f" providerId="ADAL" clId="{EA5E05E2-EAD7-4161-929E-187A810F14DF}" dt="2025-09-12T13:57:05.956" v="4421" actId="20577"/>
        <pc:sldMkLst>
          <pc:docMk/>
          <pc:sldMk cId="2694289913" sldId="295"/>
        </pc:sldMkLst>
      </pc:sldChg>
      <pc:sldChg chg="modSp new mod">
        <pc:chgData name="Calle Ketola" userId="57c0af2d-1f42-41cc-91f0-49414ec4206f" providerId="ADAL" clId="{EA5E05E2-EAD7-4161-929E-187A810F14DF}" dt="2025-09-12T12:48:55.910" v="4217" actId="20577"/>
        <pc:sldMkLst>
          <pc:docMk/>
          <pc:sldMk cId="1562733940" sldId="296"/>
        </pc:sldMkLst>
      </pc:sldChg>
      <pc:sldChg chg="addSp modSp new mod">
        <pc:chgData name="Calle Ketola" userId="57c0af2d-1f42-41cc-91f0-49414ec4206f" providerId="ADAL" clId="{EA5E05E2-EAD7-4161-929E-187A810F14DF}" dt="2025-09-12T14:02:14.668" v="4589" actId="208"/>
        <pc:sldMkLst>
          <pc:docMk/>
          <pc:sldMk cId="1743348746" sldId="297"/>
        </pc:sldMkLst>
      </pc:sldChg>
      <pc:sldChg chg="addSp modSp new mod">
        <pc:chgData name="Calle Ketola" userId="57c0af2d-1f42-41cc-91f0-49414ec4206f" providerId="ADAL" clId="{EA5E05E2-EAD7-4161-929E-187A810F14DF}" dt="2025-09-12T14:06:26.741" v="4904" actId="2711"/>
        <pc:sldMkLst>
          <pc:docMk/>
          <pc:sldMk cId="2200164946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579EA2F2-0FB1-F465-55AB-39496FBF8A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E478B8E-A025-55B8-4334-51F5F470CD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C2ADC-CDE1-46C8-B0B9-74EC221ED48B}" type="datetimeFigureOut">
              <a:rPr lang="sv-SE" smtClean="0"/>
              <a:t>2025-11-06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24045FE-D39E-3F05-919E-DD2E45E784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4BBE175-9F0D-93BD-AED4-7238A932DB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3F2E-BD5C-449E-8641-0C3974216A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6402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6BEDD-9653-4166-8E31-D9026D7452CE}" type="datetimeFigureOut">
              <a:rPr lang="sv-SE" smtClean="0"/>
              <a:t>2025-11-06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A215D-2E1D-4C86-81CD-C42E88A554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352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A215D-2E1D-4C86-81CD-C42E88A554D3}" type="slidenum">
              <a:rPr lang="sv-SE" smtClean="0"/>
              <a:t>40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344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ildobjekt 22" descr="En bild som visar skärmbild, konst&#10;&#10;Automatiskt genererad beskrivning">
            <a:extLst>
              <a:ext uri="{FF2B5EF4-FFF2-40B4-BE49-F238E27FC236}">
                <a16:creationId xmlns:a16="http://schemas.microsoft.com/office/drawing/2014/main" id="{E55A94D7-1758-8381-2FE6-CB84E4467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65882710-C74F-4E44-0FCE-7785D0BAB8B6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20" name="Bildobjekt 19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E940415C-A03F-241D-BAE9-E36BCB9441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59" y="361992"/>
            <a:ext cx="1126472" cy="1324765"/>
          </a:xfrm>
          <a:prstGeom prst="rect">
            <a:avLst/>
          </a:prstGeom>
        </p:spPr>
      </p:pic>
      <p:sp>
        <p:nvSpPr>
          <p:cNvPr id="3" name="Rubrik 14">
            <a:extLst>
              <a:ext uri="{FF2B5EF4-FFF2-40B4-BE49-F238E27FC236}">
                <a16:creationId xmlns:a16="http://schemas.microsoft.com/office/drawing/2014/main" id="{230C997E-3B49-D42C-2929-236AF8344A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2851035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5" name="Platshållare för text 7">
            <a:extLst>
              <a:ext uri="{FF2B5EF4-FFF2-40B4-BE49-F238E27FC236}">
                <a16:creationId xmlns:a16="http://schemas.microsoft.com/office/drawing/2014/main" id="{B05D6DB4-20DF-B370-E556-9C3252042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3913313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91FB53A1-8A86-E07F-EACA-33B33B0FC0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20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En bild som visar Människoansikte, person, klädsel, skärmbild&#10;&#10;Automatiskt genererad beskrivning">
            <a:extLst>
              <a:ext uri="{FF2B5EF4-FFF2-40B4-BE49-F238E27FC236}">
                <a16:creationId xmlns:a16="http://schemas.microsoft.com/office/drawing/2014/main" id="{659D479E-9727-7761-5472-600A231C3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BC60DC53-13C5-CE2D-2857-439A43CCB2C2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5" name="Rubrik 14">
            <a:extLst>
              <a:ext uri="{FF2B5EF4-FFF2-40B4-BE49-F238E27FC236}">
                <a16:creationId xmlns:a16="http://schemas.microsoft.com/office/drawing/2014/main" id="{A79034C5-AFA7-2A88-0384-40135C8D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4401756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7" name="Platshållare för text 7">
            <a:extLst>
              <a:ext uri="{FF2B5EF4-FFF2-40B4-BE49-F238E27FC236}">
                <a16:creationId xmlns:a16="http://schemas.microsoft.com/office/drawing/2014/main" id="{DEA187D3-249F-AD2A-9AEB-FF77F6502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5467814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3" name="Platshållare för text 5">
            <a:extLst>
              <a:ext uri="{FF2B5EF4-FFF2-40B4-BE49-F238E27FC236}">
                <a16:creationId xmlns:a16="http://schemas.microsoft.com/office/drawing/2014/main" id="{1CF5C316-F562-D674-D429-B0FC6FFD9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  <p:pic>
        <p:nvPicPr>
          <p:cNvPr id="6" name="Bildobjekt 5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B5DA42A8-C053-1244-2466-DB8969065F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59" y="361992"/>
            <a:ext cx="1126472" cy="13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3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 descr="En bild som visar klädsel, Människoansikte, byggnad, person&#10;&#10;Automatiskt genererad beskrivning">
            <a:extLst>
              <a:ext uri="{FF2B5EF4-FFF2-40B4-BE49-F238E27FC236}">
                <a16:creationId xmlns:a16="http://schemas.microsoft.com/office/drawing/2014/main" id="{7B3E16C6-EB53-51DF-76CC-6DAD957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82636CF0-8233-EDD6-BE45-C47E995CE723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2" name="Bildobjekt 1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8" y="421342"/>
            <a:ext cx="1105314" cy="1299882"/>
          </a:xfrm>
          <a:prstGeom prst="rect">
            <a:avLst/>
          </a:prstGeom>
        </p:spPr>
      </p:pic>
      <p:sp>
        <p:nvSpPr>
          <p:cNvPr id="5" name="Rubrik 14">
            <a:extLst>
              <a:ext uri="{FF2B5EF4-FFF2-40B4-BE49-F238E27FC236}">
                <a16:creationId xmlns:a16="http://schemas.microsoft.com/office/drawing/2014/main" id="{0F98ACB9-20D6-51A4-9499-9BBB227DD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4401756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0AC03A3-EE26-64EC-6CB1-B49B2BCF89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5467814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3" name="Platshållare för text 5">
            <a:extLst>
              <a:ext uri="{FF2B5EF4-FFF2-40B4-BE49-F238E27FC236}">
                <a16:creationId xmlns:a16="http://schemas.microsoft.com/office/drawing/2014/main" id="{AB956B85-677F-D508-24B4-400AE99FB1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73430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ildobjekt 20" descr="En bild som visar skärmbild, person, Människoansikte, vägg&#10;&#10;Automatiskt genererad beskrivning">
            <a:extLst>
              <a:ext uri="{FF2B5EF4-FFF2-40B4-BE49-F238E27FC236}">
                <a16:creationId xmlns:a16="http://schemas.microsoft.com/office/drawing/2014/main" id="{3E0F3559-DD57-4DDE-EA0B-53655CE74F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82636CF0-8233-EDD6-BE45-C47E995CE723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rgbClr val="F9C0A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2" name="Bildobjekt 1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8" y="421342"/>
            <a:ext cx="1105314" cy="1299882"/>
          </a:xfrm>
          <a:prstGeom prst="rect">
            <a:avLst/>
          </a:prstGeom>
        </p:spPr>
      </p:pic>
      <p:sp>
        <p:nvSpPr>
          <p:cNvPr id="5" name="Rubrik 14">
            <a:extLst>
              <a:ext uri="{FF2B5EF4-FFF2-40B4-BE49-F238E27FC236}">
                <a16:creationId xmlns:a16="http://schemas.microsoft.com/office/drawing/2014/main" id="{0F98ACB9-20D6-51A4-9499-9BBB227DD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1682915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0AC03A3-EE26-64EC-6CB1-B49B2BCF89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2748973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3" name="Platshållare för text 5">
            <a:extLst>
              <a:ext uri="{FF2B5EF4-FFF2-40B4-BE49-F238E27FC236}">
                <a16:creationId xmlns:a16="http://schemas.microsoft.com/office/drawing/2014/main" id="{795CFFDE-A0C8-1872-28DA-8283D7D0E5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93654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+ egen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A33D5219-7859-8653-EB72-FFC5FE82E9F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97075" y="0"/>
            <a:ext cx="10194925" cy="6858000"/>
          </a:xfrm>
        </p:spPr>
        <p:txBody>
          <a:bodyPr lIns="144000" tIns="252000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), för att lägga till en bild.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5882710-C74F-4E44-0FCE-7785D0BAB8B6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4" name="Rubrik 14">
            <a:extLst>
              <a:ext uri="{FF2B5EF4-FFF2-40B4-BE49-F238E27FC236}">
                <a16:creationId xmlns:a16="http://schemas.microsoft.com/office/drawing/2014/main" id="{43D3D8FA-F9C3-4736-DB3C-99DB5395B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0746" y="2345013"/>
            <a:ext cx="5406110" cy="1599239"/>
          </a:xfrm>
          <a:solidFill>
            <a:srgbClr val="FFFFFF"/>
          </a:solidFill>
          <a:effectLst/>
        </p:spPr>
        <p:txBody>
          <a:bodyPr wrap="square" lIns="144000" tIns="180000" rIns="72000" bIns="180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Titel, en eller två rader</a:t>
            </a:r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2D96F384-E15C-B278-34B5-8CF3C2E13A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0746" y="4115628"/>
            <a:ext cx="5406110" cy="394705"/>
          </a:xfrm>
          <a:solidFill>
            <a:srgbClr val="FFFFFF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pic>
        <p:nvPicPr>
          <p:cNvPr id="2" name="Bildobjekt 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8074AA74-72B8-6325-700F-A50758077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8" y="421342"/>
            <a:ext cx="1105314" cy="129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2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B91C55F-3E29-F3E8-1A26-D1D8669F1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CA9C154-3F92-1358-41C6-E59674103128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5174E48D-9888-FF57-A97B-A8DEF12F11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23E1083-8FB2-AF36-52B4-5721ABB3CD9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7F684B5-75DF-4F16-869C-CF41BDE7CB0C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A9D5C9E-ED0E-783B-E898-6F03ACF161B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9BAC0AC-7EF4-FBB7-2290-7AF39AE98F9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2810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49B130D2-0718-680B-384F-B233C8A514C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E1AB60EE-B23E-ACB2-D3A3-659A96101B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2746BB18-773A-FF79-CA7C-784561631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5C1D30B-9E88-E277-2D3B-2E131EB107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2F1BD50-8A0C-4815-8BA7-FF2B47B6F79B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CE4F51-C7BE-A239-3D41-849D0DA75C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A0F5100-F111-D07F-C7C7-2DD2D04DF2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002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4FA1EDCB-AAF9-9482-D385-927A775E2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A379571B-2022-2664-BF30-C554E52F2C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9DA902B-31DF-6BBE-C01A-2F026AE105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2E8D964-3271-47FD-B4CF-EC887440AC87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5E60E26-7CBF-F4C5-8DEF-C6C653C191D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AD7782-9A82-F29C-10BB-1199B90825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989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F8B10836-72DB-7C34-490E-15FD1C048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3885EE44-E551-CEF0-4927-6E2606479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9BF32EF-7CF8-BC9C-9E10-87C78D6E885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03EB4BC-FEF9-4B04-96F0-C32E81BE577D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A243C66-2C2D-8061-CC31-1FE0B577435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477E903-96F8-A811-F16F-49C820D5D97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656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a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3CA9C154-3F92-1358-41C6-E596741031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B794D4B1-9D45-718B-48F7-3042AE0DA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F83302BF-613C-18CB-6AFB-634C4415E2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90125909-40A4-1019-2470-983C8D5F37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729419-B881-4446-93DD-147DC7C34C58}" type="datetime1">
              <a:rPr lang="sv-SE" smtClean="0"/>
              <a:t>2025-11-06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79A8C19-2BB2-03C5-B8A2-E3D3CD2A95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DE9F536-B7F6-9F49-0096-8FBEC114759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482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kos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49B130D2-0718-680B-384F-B233C8A514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F04CC5B1-514D-6343-98FF-E0B3EA5A8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32CD14D5-892F-300C-F047-7FF4E1AE3F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12B84D-28FC-E6E2-096E-8764E927EE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CEE172D-D27A-466D-B985-0DA89F767CE7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7C790AC-DE7C-D4FA-C714-41CFD7A4E7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A23BF7F-3EBC-5173-9571-205EB40A8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3376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l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B7DE1C09-5A85-74FD-4A75-816951835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140CF94C-7046-2589-92FE-EB470972D6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C4C60EB-3C47-86E7-AA26-A80279D087D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6D0ED35-8554-B417-09D2-52FEE2C3B2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F37EDF5-AF54-DBD8-636E-C05D8193D76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1263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CE0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26ACC37E-40B0-8341-25C5-13B191F6C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2DD80628-4D9C-EFA8-A266-BD94F860F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B987A19-15CD-6D39-8007-DF8C6C9523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3B84298-418E-CE0E-7412-386B5CB5D5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9995E2F-79E7-459E-BED9-309AC1947D5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8405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skärmbild, mönster, slips, design&#10;&#10;Automatiskt genererad beskrivning">
            <a:extLst>
              <a:ext uri="{FF2B5EF4-FFF2-40B4-BE49-F238E27FC236}">
                <a16:creationId xmlns:a16="http://schemas.microsoft.com/office/drawing/2014/main" id="{5F5ACD2F-7B16-F480-61CE-20A6792D80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F91AFB9C-D34E-2FB1-E1EE-F3F270640E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425D95EB-F3C8-1185-DAC5-20CFFB9AF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166228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 descr="En bild som visar skärmbild, mönster, aqua, design&#10;&#10;Automatiskt genererad beskrivning">
            <a:extLst>
              <a:ext uri="{FF2B5EF4-FFF2-40B4-BE49-F238E27FC236}">
                <a16:creationId xmlns:a16="http://schemas.microsoft.com/office/drawing/2014/main" id="{F6E1145E-DEFB-B6D0-8ABD-F277D2E6A1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73D0AD0D-9D18-B298-7C86-1FF7100C4E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C839EF99-23C4-B4CD-29C3-3873CCF067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731873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gul, skärmbild, design&#10;&#10;Automatiskt genererad beskrivning">
            <a:extLst>
              <a:ext uri="{FF2B5EF4-FFF2-40B4-BE49-F238E27FC236}">
                <a16:creationId xmlns:a16="http://schemas.microsoft.com/office/drawing/2014/main" id="{DEEB29DB-4E70-9051-B607-EAFD934AC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D93097DA-5414-F11B-B54E-D1C2DE0FF7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8" name="Rubrik 4">
            <a:extLst>
              <a:ext uri="{FF2B5EF4-FFF2-40B4-BE49-F238E27FC236}">
                <a16:creationId xmlns:a16="http://schemas.microsoft.com/office/drawing/2014/main" id="{40E7ADF0-61E2-217A-E5D8-6B3B58EF6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471962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skärmbild, plåster, design&#10;&#10;Automatiskt genererad beskrivning">
            <a:extLst>
              <a:ext uri="{FF2B5EF4-FFF2-40B4-BE49-F238E27FC236}">
                <a16:creationId xmlns:a16="http://schemas.microsoft.com/office/drawing/2014/main" id="{0B1AF4BA-338B-1194-29AB-5C2BF6CC5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B3806CA5-D5A8-EF35-5DB3-61F5321E8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209F5C9D-B2E8-C346-489F-4E23BF7D8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468203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384B73F-16F3-E7ED-97F2-C4773C203952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2BAFB700-9E53-B7A2-CF85-7CE0FE9939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/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DB7EF4DF-16EC-47AD-A529-44137EA5D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A806F1DB-2E80-279F-0F3C-07F0166470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013069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EA443FA7-E75D-2414-C51D-5C41C0DE42D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85861CC0-0338-8753-7CB6-BA9CADDDBF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73E80279-744A-49F3-E1B6-5BC02D31CD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4059586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ACFC3E73-CCF9-53F5-4089-07CD4662D8A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/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5265AA3D-D67E-3748-B583-FFD02CC6C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76A28FC3-88DA-8660-4F06-2C35E4CE9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767056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C9601BAA-6AD8-A04C-4CAF-33184DA5BB3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2C23A854-0B8E-C453-D696-ED2936DA1C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05C22702-0BBE-8002-A51A-3CD6200A9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716804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5486E0BB-99FD-BAAA-8A94-DDB275D62B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A41637E0-D0D3-92A7-601D-E0B6575A00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F3F909DE-7BC8-2CB3-AA49-D1E0A69D39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860623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5">
            <a:extLst>
              <a:ext uri="{FF2B5EF4-FFF2-40B4-BE49-F238E27FC236}">
                <a16:creationId xmlns:a16="http://schemas.microsoft.com/office/drawing/2014/main" id="{266518CF-5669-AECF-3400-7759C76472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4BC9AE44-1044-6B88-8056-784CFCCEFF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D592FD17-DB3D-CEBD-9B0D-6E428C3FB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8588031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5">
            <a:extLst>
              <a:ext uri="{FF2B5EF4-FFF2-40B4-BE49-F238E27FC236}">
                <a16:creationId xmlns:a16="http://schemas.microsoft.com/office/drawing/2014/main" id="{79DF7975-2462-FC38-E3A6-7C0CF3F20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82A0036C-29E3-8463-C7E7-BAF1E7E63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3" name="Rubrik 4">
            <a:extLst>
              <a:ext uri="{FF2B5EF4-FFF2-40B4-BE49-F238E27FC236}">
                <a16:creationId xmlns:a16="http://schemas.microsoft.com/office/drawing/2014/main" id="{83AABA86-522B-315D-C366-761AE9BF2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1161861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5">
            <a:extLst>
              <a:ext uri="{FF2B5EF4-FFF2-40B4-BE49-F238E27FC236}">
                <a16:creationId xmlns:a16="http://schemas.microsoft.com/office/drawing/2014/main" id="{E2B25B12-2F50-87CF-DA8C-60ED599E94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C5BC77B6-B7E3-18CB-4F55-0815DA8548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A3D6A1A0-F653-6BCB-3053-08CF25B10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587768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Platshållare för bild 4">
            <a:extLst>
              <a:ext uri="{FF2B5EF4-FFF2-40B4-BE49-F238E27FC236}">
                <a16:creationId xmlns:a16="http://schemas.microsoft.com/office/drawing/2014/main" id="{17067393-D64B-E636-589F-BA90D892F7F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7522" y="1541929"/>
            <a:ext cx="5470358" cy="4606623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831C683E-DCC6-E9B6-6E24-F1CAEC837B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681" y="1541929"/>
            <a:ext cx="5398476" cy="4606623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64957591-F562-4676-BBEA-955930D7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7681519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6" name="Platshållare för bild 4">
            <a:extLst>
              <a:ext uri="{FF2B5EF4-FFF2-40B4-BE49-F238E27FC236}">
                <a16:creationId xmlns:a16="http://schemas.microsoft.com/office/drawing/2014/main" id="{91EE3019-AF73-E0F9-4A6C-C00622B4A8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7522" y="1541929"/>
            <a:ext cx="5470358" cy="4606623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F5443958-F4AE-B45A-064B-DE7C172DCD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681" y="1541929"/>
            <a:ext cx="5398476" cy="4606623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5F1DA3DD-6EE0-BDBE-7F44-FCAC25FEA90E}"/>
              </a:ext>
            </a:extLst>
          </p:cNvPr>
          <p:cNvSpPr txBox="1">
            <a:spLocks/>
          </p:cNvSpPr>
          <p:nvPr userDrawn="1"/>
        </p:nvSpPr>
        <p:spPr>
          <a:xfrm>
            <a:off x="697523" y="482356"/>
            <a:ext cx="10515600" cy="9368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B29432F3-4BED-D8FF-D240-D9B264A08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524895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4" name="Platshållare för bild 4">
            <a:extLst>
              <a:ext uri="{FF2B5EF4-FFF2-40B4-BE49-F238E27FC236}">
                <a16:creationId xmlns:a16="http://schemas.microsoft.com/office/drawing/2014/main" id="{4E119E4A-E30E-2659-79BC-2506E7D1CD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00799" y="1559860"/>
            <a:ext cx="5470358" cy="4588692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58C6D741-B129-0193-DAB2-2334F8F567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522" y="1559860"/>
            <a:ext cx="5398476" cy="458271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471A6ACC-8013-A853-6E47-A6BA8B256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9753137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A4451E58-B962-56AD-C1D3-AA351BC16C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00799" y="1559860"/>
            <a:ext cx="5470358" cy="4588692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F7E73792-7C95-FEFF-864C-217D42C447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522" y="1559860"/>
            <a:ext cx="5398476" cy="458271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0A5D0B54-22AE-D2EA-D653-7DA2E3EF9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4107408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bild och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2E4E5936-AEB1-958E-9912-9228A8EDD3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7709" y="0"/>
            <a:ext cx="12034291" cy="6858000"/>
          </a:xfrm>
          <a:ln>
            <a:noFill/>
          </a:ln>
        </p:spPr>
        <p:txBody>
          <a:bodyPr lIns="144000" tIns="108000" rIns="72000"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73C8F065-E8CA-7AD5-3DDA-47CAAA09B0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0549" y="3746501"/>
            <a:ext cx="5075145" cy="102947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Plats för kortare budskap, eller ta bort textrutan om du bara vill ha en bild.</a:t>
            </a:r>
          </a:p>
          <a:p>
            <a:pPr lvl="0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67235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dsk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0D2226E-9315-287F-0240-8DDAC1403522}"/>
              </a:ext>
            </a:extLst>
          </p:cNvPr>
          <p:cNvSpPr/>
          <p:nvPr userDrawn="1"/>
        </p:nvSpPr>
        <p:spPr>
          <a:xfrm>
            <a:off x="157709" y="0"/>
            <a:ext cx="1203429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12AE5755-0C81-5F95-D94E-D04A1B6BFC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4582" y="2228850"/>
            <a:ext cx="9082834" cy="1200150"/>
          </a:xfrm>
        </p:spPr>
        <p:txBody>
          <a:bodyPr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32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Skriv en längre mening eller text, inte för långt stycke.</a:t>
            </a:r>
          </a:p>
        </p:txBody>
      </p:sp>
    </p:spTree>
    <p:extLst>
      <p:ext uri="{BB962C8B-B14F-4D97-AF65-F5344CB8AC3E}">
        <p14:creationId xmlns:p14="http://schemas.microsoft.com/office/powerpoint/2010/main" val="6693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>
            <a:extLst>
              <a:ext uri="{FF2B5EF4-FFF2-40B4-BE49-F238E27FC236}">
                <a16:creationId xmlns:a16="http://schemas.microsoft.com/office/drawing/2014/main" id="{E93CC41E-C500-9401-1350-69B8F580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latshållare för text 3">
            <a:extLst>
              <a:ext uri="{FF2B5EF4-FFF2-40B4-BE49-F238E27FC236}">
                <a16:creationId xmlns:a16="http://schemas.microsoft.com/office/drawing/2014/main" id="{D33C1CEB-B821-8BC6-D867-458E4334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  <p:sp>
        <p:nvSpPr>
          <p:cNvPr id="7" name="Platshållare för text 3">
            <a:extLst>
              <a:ext uri="{FF2B5EF4-FFF2-40B4-BE49-F238E27FC236}">
                <a16:creationId xmlns:a16="http://schemas.microsoft.com/office/drawing/2014/main" id="{DD90964D-EFE7-1830-2B67-344C284ABD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8" name="Bild 9">
            <a:extLst>
              <a:ext uri="{FF2B5EF4-FFF2-40B4-BE49-F238E27FC236}">
                <a16:creationId xmlns:a16="http://schemas.microsoft.com/office/drawing/2014/main" id="{AF8903FA-AF7A-7F9B-72E2-487492B5A11A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chemeClr val="accent1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40273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EF6A00F7-2062-00AC-682C-0E345F4D38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7709" y="0"/>
            <a:ext cx="12034292" cy="6858000"/>
          </a:xfrm>
          <a:prstGeom prst="parallelogram">
            <a:avLst>
              <a:gd name="adj" fmla="val 0"/>
            </a:avLst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ACDA5D22-D512-340F-6EA9-8071EA8C8E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Bild 9">
            <a:extLst>
              <a:ext uri="{FF2B5EF4-FFF2-40B4-BE49-F238E27FC236}">
                <a16:creationId xmlns:a16="http://schemas.microsoft.com/office/drawing/2014/main" id="{81A85BDA-FEE8-76E8-9117-89FB7945516B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chemeClr val="accent3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8" name="Platshållare för text 3">
            <a:extLst>
              <a:ext uri="{FF2B5EF4-FFF2-40B4-BE49-F238E27FC236}">
                <a16:creationId xmlns:a16="http://schemas.microsoft.com/office/drawing/2014/main" id="{C91DBB42-7D5C-1EC0-EA51-E6F7BFAF07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5" name="Platshållare för text 3">
            <a:extLst>
              <a:ext uri="{FF2B5EF4-FFF2-40B4-BE49-F238E27FC236}">
                <a16:creationId xmlns:a16="http://schemas.microsoft.com/office/drawing/2014/main" id="{07F782FF-48AE-7D6C-792F-6A0D4FEE88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</p:spTree>
    <p:extLst>
      <p:ext uri="{BB962C8B-B14F-4D97-AF65-F5344CB8AC3E}">
        <p14:creationId xmlns:p14="http://schemas.microsoft.com/office/powerpoint/2010/main" val="6280771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>
            <a:extLst>
              <a:ext uri="{FF2B5EF4-FFF2-40B4-BE49-F238E27FC236}">
                <a16:creationId xmlns:a16="http://schemas.microsoft.com/office/drawing/2014/main" id="{E93CC41E-C500-9401-1350-69B8F580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Bild 9">
            <a:extLst>
              <a:ext uri="{FF2B5EF4-FFF2-40B4-BE49-F238E27FC236}">
                <a16:creationId xmlns:a16="http://schemas.microsoft.com/office/drawing/2014/main" id="{79BA0B2F-EDE3-0AE0-826B-C4B097501CC2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chemeClr val="accent5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EE26738-8173-2BAC-2E4A-215B0C737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5" name="Platshållare för text 3">
            <a:extLst>
              <a:ext uri="{FF2B5EF4-FFF2-40B4-BE49-F238E27FC236}">
                <a16:creationId xmlns:a16="http://schemas.microsoft.com/office/drawing/2014/main" id="{87D91082-BBBF-EA5D-76F7-B202633B2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</p:spTree>
    <p:extLst>
      <p:ext uri="{BB962C8B-B14F-4D97-AF65-F5344CB8AC3E}">
        <p14:creationId xmlns:p14="http://schemas.microsoft.com/office/powerpoint/2010/main" val="17529046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>
            <a:extLst>
              <a:ext uri="{FF2B5EF4-FFF2-40B4-BE49-F238E27FC236}">
                <a16:creationId xmlns:a16="http://schemas.microsoft.com/office/drawing/2014/main" id="{E93CC41E-C500-9401-1350-69B8F580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Bild 9">
            <a:extLst>
              <a:ext uri="{FF2B5EF4-FFF2-40B4-BE49-F238E27FC236}">
                <a16:creationId xmlns:a16="http://schemas.microsoft.com/office/drawing/2014/main" id="{79BA0B2F-EDE3-0AE0-826B-C4B097501CC2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rgbClr val="F9C0A3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D4852BD-CB85-B2AC-9F35-2D61ECED3D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5" name="Platshållare för text 3">
            <a:extLst>
              <a:ext uri="{FF2B5EF4-FFF2-40B4-BE49-F238E27FC236}">
                <a16:creationId xmlns:a16="http://schemas.microsoft.com/office/drawing/2014/main" id="{4926F146-9D57-DF60-2129-83383BD0B1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</p:spTree>
    <p:extLst>
      <p:ext uri="{BB962C8B-B14F-4D97-AF65-F5344CB8AC3E}">
        <p14:creationId xmlns:p14="http://schemas.microsoft.com/office/powerpoint/2010/main" val="42872061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der + rubrik + k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344B7163-7B7B-0437-6672-4BC463ADFBEF}"/>
              </a:ext>
            </a:extLst>
          </p:cNvPr>
          <p:cNvSpPr/>
          <p:nvPr userDrawn="1"/>
        </p:nvSpPr>
        <p:spPr>
          <a:xfrm rot="16200000">
            <a:off x="6026690" y="-6027874"/>
            <a:ext cx="138617" cy="12192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Platshållare för text 6">
            <a:extLst>
              <a:ext uri="{FF2B5EF4-FFF2-40B4-BE49-F238E27FC236}">
                <a16:creationId xmlns:a16="http://schemas.microsoft.com/office/drawing/2014/main" id="{20432B66-C2C9-B93C-020D-125613F191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288817"/>
            <a:ext cx="10515600" cy="2333926"/>
          </a:xfrm>
        </p:spPr>
        <p:txBody>
          <a:bodyPr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E38E06B0-7B76-B93A-D4EA-6A4DDACC37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12142"/>
            <a:ext cx="10515600" cy="1093694"/>
          </a:xfrm>
        </p:spPr>
        <p:txBody>
          <a:bodyPr>
            <a:noAutofit/>
          </a:bodyPr>
          <a:lstStyle>
            <a:lvl1pPr algn="ctr"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9" name="Platshållare för bild 20">
            <a:extLst>
              <a:ext uri="{FF2B5EF4-FFF2-40B4-BE49-F238E27FC236}">
                <a16:creationId xmlns:a16="http://schemas.microsoft.com/office/drawing/2014/main" id="{2AF447EF-4912-496D-99EE-DA1B8F4DB6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335" y="383766"/>
            <a:ext cx="3801122" cy="24453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11" name="Platshållare för bild 20">
            <a:extLst>
              <a:ext uri="{FF2B5EF4-FFF2-40B4-BE49-F238E27FC236}">
                <a16:creationId xmlns:a16="http://schemas.microsoft.com/office/drawing/2014/main" id="{5204BCF8-3D6A-1EED-63D8-6AF904EF558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95439" y="382910"/>
            <a:ext cx="3801122" cy="24453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12" name="Platshållare för bild 20">
            <a:extLst>
              <a:ext uri="{FF2B5EF4-FFF2-40B4-BE49-F238E27FC236}">
                <a16:creationId xmlns:a16="http://schemas.microsoft.com/office/drawing/2014/main" id="{B1F0CA5B-99D3-B495-7B39-16F326871B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65543" y="382909"/>
            <a:ext cx="3801122" cy="24453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05506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viktiga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5A48C773-2E8A-C5F7-8554-9D94FC34E3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2" y="482357"/>
            <a:ext cx="11173635" cy="1100016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Lyft tre punkter i din presentation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2CD8160E-D89D-F03D-F53D-A0F8AEDEB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522" y="3271623"/>
            <a:ext cx="3537591" cy="3029329"/>
          </a:xfrm>
        </p:spPr>
        <p:txBody>
          <a:bodyPr lIns="144000" tIns="72000" rIns="108000" bIns="72000"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8895F7D1-726D-2726-441A-5EED4BE70D8B}"/>
              </a:ext>
            </a:extLst>
          </p:cNvPr>
          <p:cNvSpPr/>
          <p:nvPr userDrawn="1"/>
        </p:nvSpPr>
        <p:spPr>
          <a:xfrm>
            <a:off x="1834659" y="1720551"/>
            <a:ext cx="1263316" cy="12633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9" name="Ellips 8">
            <a:extLst>
              <a:ext uri="{FF2B5EF4-FFF2-40B4-BE49-F238E27FC236}">
                <a16:creationId xmlns:a16="http://schemas.microsoft.com/office/drawing/2014/main" id="{AA075589-1807-CD5C-92B1-833EECF9C4E7}"/>
              </a:ext>
            </a:extLst>
          </p:cNvPr>
          <p:cNvSpPr/>
          <p:nvPr userDrawn="1"/>
        </p:nvSpPr>
        <p:spPr>
          <a:xfrm>
            <a:off x="5652680" y="1720551"/>
            <a:ext cx="1263316" cy="12633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D990F8F4-C05C-8234-E189-CD02588973C2}"/>
              </a:ext>
            </a:extLst>
          </p:cNvPr>
          <p:cNvSpPr/>
          <p:nvPr userDrawn="1"/>
        </p:nvSpPr>
        <p:spPr>
          <a:xfrm>
            <a:off x="9470701" y="1722141"/>
            <a:ext cx="1263316" cy="12633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56DFCA48-6ABD-8DBD-4DFE-43B66AFB78EF}"/>
              </a:ext>
            </a:extLst>
          </p:cNvPr>
          <p:cNvSpPr txBox="1"/>
          <p:nvPr userDrawn="1"/>
        </p:nvSpPr>
        <p:spPr>
          <a:xfrm>
            <a:off x="2105369" y="2008307"/>
            <a:ext cx="72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latin typeface="+mj-lt"/>
              </a:rPr>
              <a:t>1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6C9390E8-3D00-E8F1-E98A-7792ED7BF7DD}"/>
              </a:ext>
            </a:extLst>
          </p:cNvPr>
          <p:cNvSpPr txBox="1"/>
          <p:nvPr userDrawn="1"/>
        </p:nvSpPr>
        <p:spPr>
          <a:xfrm>
            <a:off x="5923390" y="2008307"/>
            <a:ext cx="72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latin typeface="+mj-lt"/>
              </a:rPr>
              <a:t>2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5EE0AD7F-7206-A6CE-4CC9-D597A2972912}"/>
              </a:ext>
            </a:extLst>
          </p:cNvPr>
          <p:cNvSpPr txBox="1"/>
          <p:nvPr userDrawn="1"/>
        </p:nvSpPr>
        <p:spPr>
          <a:xfrm>
            <a:off x="9741411" y="2008307"/>
            <a:ext cx="72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latin typeface="+mj-lt"/>
              </a:rPr>
              <a:t>3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2B094E3A-F730-D695-99FE-A813B5FAD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5541" y="3268028"/>
            <a:ext cx="3537591" cy="3029329"/>
          </a:xfrm>
        </p:spPr>
        <p:txBody>
          <a:bodyPr lIns="144000" tIns="72000" rIns="108000" bIns="72000"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  <p:sp>
        <p:nvSpPr>
          <p:cNvPr id="12" name="Platshållare för text 6">
            <a:extLst>
              <a:ext uri="{FF2B5EF4-FFF2-40B4-BE49-F238E27FC236}">
                <a16:creationId xmlns:a16="http://schemas.microsoft.com/office/drawing/2014/main" id="{EA15EC1E-2096-2533-0844-AB66CF2098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3560" y="3268027"/>
            <a:ext cx="3537591" cy="3029329"/>
          </a:xfrm>
        </p:spPr>
        <p:txBody>
          <a:bodyPr lIns="144000" tIns="72000" rIns="108000" bIns="72000"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</p:spTree>
    <p:extLst>
      <p:ext uri="{BB962C8B-B14F-4D97-AF65-F5344CB8AC3E}">
        <p14:creationId xmlns:p14="http://schemas.microsoft.com/office/powerpoint/2010/main" val="1524470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te siffr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/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5A48C773-2E8A-C5F7-8554-9D94FC34E3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2" y="482356"/>
            <a:ext cx="11173635" cy="1100017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Lite siffror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B081055A-B98E-46DD-D26A-7B06A2F40E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2424" y="1848024"/>
            <a:ext cx="1449042" cy="923330"/>
          </a:xfrm>
        </p:spPr>
        <p:txBody>
          <a:bodyPr wrap="none" lIns="72000" numCol="1" anchor="ctr" anchorCtr="0">
            <a:spAutoFit/>
          </a:bodyPr>
          <a:lstStyle>
            <a:lvl1pPr marL="0" indent="0" algn="ctr">
              <a:buFontTx/>
              <a:buNone/>
              <a:defRPr sz="6000">
                <a:latin typeface="+mj-lt"/>
                <a:cs typeface="Times New Roman" panose="02020603050405020304" pitchFamily="18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150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2CD8160E-D89D-F03D-F53D-A0F8AEDEB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28407" y="1854905"/>
            <a:ext cx="1021040" cy="923330"/>
          </a:xfrm>
        </p:spPr>
        <p:txBody>
          <a:bodyPr wrap="none" lIns="72000" numCol="1" anchor="ctr" anchorCtr="0">
            <a:spAutoFit/>
          </a:bodyPr>
          <a:lstStyle>
            <a:lvl1pPr marL="0" indent="0" algn="ctr">
              <a:buFontTx/>
              <a:buNone/>
              <a:defRPr sz="6000">
                <a:latin typeface="+mj-lt"/>
                <a:cs typeface="Times New Roman" panose="02020603050405020304" pitchFamily="18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23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AA0955C3-13BC-C4FC-0E47-CD888D9C35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66065" y="1848024"/>
            <a:ext cx="2174015" cy="923330"/>
          </a:xfrm>
        </p:spPr>
        <p:txBody>
          <a:bodyPr wrap="square" lIns="72000" numCol="1" anchor="ctr" anchorCtr="0">
            <a:spAutoFit/>
          </a:bodyPr>
          <a:lstStyle>
            <a:lvl1pPr marL="0" indent="0" algn="ctr">
              <a:buFontTx/>
              <a:buNone/>
              <a:defRPr sz="6000">
                <a:latin typeface="+mj-lt"/>
                <a:cs typeface="Times New Roman" panose="02020603050405020304" pitchFamily="18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1500</a:t>
            </a:r>
          </a:p>
        </p:txBody>
      </p:sp>
      <p:sp>
        <p:nvSpPr>
          <p:cNvPr id="6" name="Platshållare för text 6">
            <a:extLst>
              <a:ext uri="{FF2B5EF4-FFF2-40B4-BE49-F238E27FC236}">
                <a16:creationId xmlns:a16="http://schemas.microsoft.com/office/drawing/2014/main" id="{DA0E6ABD-A84F-AB15-584F-4ABC2FE57B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741" y="3037005"/>
            <a:ext cx="3072372" cy="3338638"/>
          </a:xfrm>
        </p:spPr>
        <p:txBody>
          <a:bodyPr lIns="144000" tIns="72000" rIns="108000" bIns="72000"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 text</a:t>
            </a:r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781F9B72-A723-4375-9B98-B2FDDD407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9814" y="3037005"/>
            <a:ext cx="3072372" cy="3338638"/>
          </a:xfrm>
        </p:spPr>
        <p:txBody>
          <a:bodyPr lIns="144000" tIns="72000" rIns="108000" bIns="72000"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 text</a:t>
            </a:r>
          </a:p>
        </p:txBody>
      </p:sp>
      <p:sp>
        <p:nvSpPr>
          <p:cNvPr id="10" name="Platshållare för text 6">
            <a:extLst>
              <a:ext uri="{FF2B5EF4-FFF2-40B4-BE49-F238E27FC236}">
                <a16:creationId xmlns:a16="http://schemas.microsoft.com/office/drawing/2014/main" id="{F1C7989F-16E9-F571-0964-93ED54325E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6887" y="3037005"/>
            <a:ext cx="3072372" cy="3338638"/>
          </a:xfrm>
        </p:spPr>
        <p:txBody>
          <a:bodyPr lIns="144000" tIns="72000" rIns="108000" bIns="72000"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 text</a:t>
            </a:r>
          </a:p>
        </p:txBody>
      </p:sp>
    </p:spTree>
    <p:extLst>
      <p:ext uri="{BB962C8B-B14F-4D97-AF65-F5344CB8AC3E}">
        <p14:creationId xmlns:p14="http://schemas.microsoft.com/office/powerpoint/2010/main" val="3365505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Bildobjekt 7" descr="En bild som visar Färggrann, Syrenfärg, lila, skärmbild&#10;&#10;Automatiskt genererad beskrivning">
            <a:extLst>
              <a:ext uri="{FF2B5EF4-FFF2-40B4-BE49-F238E27FC236}">
                <a16:creationId xmlns:a16="http://schemas.microsoft.com/office/drawing/2014/main" id="{AFC85981-0A0E-4BE2-1E1F-FB7B330B4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/>
        </p:blipFill>
        <p:spPr>
          <a:xfrm>
            <a:off x="10892091" y="1"/>
            <a:ext cx="1001148" cy="6857999"/>
          </a:xfrm>
          <a:prstGeom prst="rect">
            <a:avLst/>
          </a:prstGeom>
        </p:spPr>
      </p:pic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96DE070-C0C8-911C-6FCF-11EE22107F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4" name="Bildobjekt 3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121CDD6A-A00E-F27C-96F8-6E2548CCDF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049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-3" y="0"/>
            <a:ext cx="1577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Bildobjekt 4" descr="En bild som visar Syrenfärg, Färggrann, lila, mönster&#10;&#10;Automatiskt genererad beskrivning">
            <a:extLst>
              <a:ext uri="{FF2B5EF4-FFF2-40B4-BE49-F238E27FC236}">
                <a16:creationId xmlns:a16="http://schemas.microsoft.com/office/drawing/2014/main" id="{A44EA8C2-FB73-9C18-B988-3ED3A87047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13238" y="0"/>
            <a:ext cx="1008221" cy="6858000"/>
          </a:xfrm>
          <a:prstGeom prst="rect">
            <a:avLst/>
          </a:prstGeom>
        </p:spPr>
      </p:pic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825293B1-915F-D947-DB15-2905E17302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9" name="Bildobjekt 8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922D1A79-4C0E-033D-52B7-D5F57660E7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604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Bildobjekt 6" descr="En bild som visar Färggrann, Syrenfärg, lila, skärmbild&#10;&#10;Automatiskt genererad beskrivning">
            <a:extLst>
              <a:ext uri="{FF2B5EF4-FFF2-40B4-BE49-F238E27FC236}">
                <a16:creationId xmlns:a16="http://schemas.microsoft.com/office/drawing/2014/main" id="{1986D95D-C4E0-9E8C-37FE-61E8B59BE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/>
          <a:stretch/>
        </p:blipFill>
        <p:spPr>
          <a:xfrm>
            <a:off x="10813239" y="1"/>
            <a:ext cx="1080000" cy="6857999"/>
          </a:xfrm>
          <a:prstGeom prst="rect">
            <a:avLst/>
          </a:prstGeom>
        </p:spPr>
      </p:pic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A112BB4E-EDB3-EAE4-A28E-FB4851D008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9" name="Bildobjekt 8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206B6724-3CB9-E27C-2FEE-3FDE040B03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645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-3" y="0"/>
            <a:ext cx="157709" cy="6858000"/>
          </a:xfrm>
          <a:prstGeom prst="rect">
            <a:avLst/>
          </a:prstGeom>
          <a:solidFill>
            <a:srgbClr val="F9C0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rgbClr val="F9C0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Bildobjekt 7" descr="En bild som visar Färggrann, Syrenfärg, mönster, konst&#10;&#10;Automatiskt genererad beskrivning">
            <a:extLst>
              <a:ext uri="{FF2B5EF4-FFF2-40B4-BE49-F238E27FC236}">
                <a16:creationId xmlns:a16="http://schemas.microsoft.com/office/drawing/2014/main" id="{834BB200-4C57-B2B0-E270-7089752351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7" r="50000"/>
          <a:stretch/>
        </p:blipFill>
        <p:spPr>
          <a:xfrm>
            <a:off x="10813239" y="-1"/>
            <a:ext cx="1081872" cy="6858000"/>
          </a:xfrm>
          <a:prstGeom prst="rect">
            <a:avLst/>
          </a:prstGeom>
        </p:spPr>
      </p:pic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162841B8-E145-F809-C6C0-E46B0F2A45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9" name="Bildobjekt 8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FF5C55AE-F7D0-EB9C-A131-4313BFC8C2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59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ED3D01E0-0012-E4ED-BFDB-FDF2D9C89D25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0A08233D-BD0B-55D9-D0FC-6EB794748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252056BB-3A93-3E42-91EB-38C593ED34DF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0588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5F60A1C-00CB-467D-16B2-46F7D5DBBC2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444F5E0-2257-5CA5-2B49-1AC260EDE5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99FD4288-7970-8793-BDEB-FF912A7E56C7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</p:spTree>
    <p:extLst>
      <p:ext uri="{BB962C8B-B14F-4D97-AF65-F5344CB8AC3E}">
        <p14:creationId xmlns:p14="http://schemas.microsoft.com/office/powerpoint/2010/main" val="35964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5F60A1C-00CB-467D-16B2-46F7D5DBBC2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242EEDF5-81D1-B120-A153-4599EFF81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CBE29F73-C104-0C13-837C-37F599342B0C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</p:spTree>
    <p:extLst>
      <p:ext uri="{BB962C8B-B14F-4D97-AF65-F5344CB8AC3E}">
        <p14:creationId xmlns:p14="http://schemas.microsoft.com/office/powerpoint/2010/main" val="3618045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5F60A1C-00CB-467D-16B2-46F7D5DBBC2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9D8C9A18-FA97-1C40-07E0-A3C80D835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1BC1CDBE-80AC-FC8C-6A91-6B45050CECE7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</p:spTree>
    <p:extLst>
      <p:ext uri="{BB962C8B-B14F-4D97-AF65-F5344CB8AC3E}">
        <p14:creationId xmlns:p14="http://schemas.microsoft.com/office/powerpoint/2010/main" val="261781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logotyp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objekt 16" descr="En bild som visar klädsel, möbler, byggnad, person&#10;&#10;Automatiskt genererad beskrivning">
            <a:extLst>
              <a:ext uri="{FF2B5EF4-FFF2-40B4-BE49-F238E27FC236}">
                <a16:creationId xmlns:a16="http://schemas.microsoft.com/office/drawing/2014/main" id="{523A4904-2ACC-E413-0B82-ACB52F1F3F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lips 4">
            <a:extLst>
              <a:ext uri="{FF2B5EF4-FFF2-40B4-BE49-F238E27FC236}">
                <a16:creationId xmlns:a16="http://schemas.microsoft.com/office/drawing/2014/main" id="{CC0C9CB1-8FBE-71F1-8CCD-1EC5027EEA3A}"/>
              </a:ext>
            </a:extLst>
          </p:cNvPr>
          <p:cNvSpPr/>
          <p:nvPr userDrawn="1"/>
        </p:nvSpPr>
        <p:spPr>
          <a:xfrm>
            <a:off x="4644828" y="1270450"/>
            <a:ext cx="2985961" cy="4596276"/>
          </a:xfrm>
          <a:prstGeom prst="ellipse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glow rad="1117600">
              <a:schemeClr val="tx1">
                <a:alpha val="11000"/>
              </a:schemeClr>
            </a:glow>
            <a:outerShdw dist="50800" sx="1000" sy="1000" algn="ctr" rotWithShape="0">
              <a:srgbClr val="000000">
                <a:alpha val="0"/>
              </a:srgbClr>
            </a:outerShdw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206693B-0F09-AD22-FF87-ECB2C7C294DE}"/>
              </a:ext>
            </a:extLst>
          </p:cNvPr>
          <p:cNvSpPr/>
          <p:nvPr userDrawn="1"/>
        </p:nvSpPr>
        <p:spPr>
          <a:xfrm>
            <a:off x="4206825" y="0"/>
            <a:ext cx="3861966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2" name="Bildobjekt 1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09" y="1587809"/>
            <a:ext cx="3131198" cy="36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799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logotyp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objekt 18" descr="En bild som visar klädsel, skärmbild, person, gata&#10;&#10;Automatiskt genererad beskrivning">
            <a:extLst>
              <a:ext uri="{FF2B5EF4-FFF2-40B4-BE49-F238E27FC236}">
                <a16:creationId xmlns:a16="http://schemas.microsoft.com/office/drawing/2014/main" id="{9A9E1428-C546-303C-236A-CF4626B96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Ellips 12">
            <a:extLst>
              <a:ext uri="{FF2B5EF4-FFF2-40B4-BE49-F238E27FC236}">
                <a16:creationId xmlns:a16="http://schemas.microsoft.com/office/drawing/2014/main" id="{CC0C9CB1-8FBE-71F1-8CCD-1EC5027EEA3A}"/>
              </a:ext>
            </a:extLst>
          </p:cNvPr>
          <p:cNvSpPr/>
          <p:nvPr userDrawn="1"/>
        </p:nvSpPr>
        <p:spPr>
          <a:xfrm>
            <a:off x="4644828" y="1270450"/>
            <a:ext cx="2985961" cy="4596276"/>
          </a:xfrm>
          <a:prstGeom prst="ellipse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glow rad="1117600">
              <a:schemeClr val="tx1">
                <a:alpha val="11000"/>
              </a:schemeClr>
            </a:glow>
            <a:outerShdw dist="50800" sx="1000" sy="1000" algn="ctr" rotWithShape="0">
              <a:srgbClr val="000000">
                <a:alpha val="0"/>
              </a:srgbClr>
            </a:outerShdw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F206693B-0F09-AD22-FF87-ECB2C7C294DE}"/>
              </a:ext>
            </a:extLst>
          </p:cNvPr>
          <p:cNvSpPr/>
          <p:nvPr userDrawn="1"/>
        </p:nvSpPr>
        <p:spPr>
          <a:xfrm>
            <a:off x="4206825" y="0"/>
            <a:ext cx="38619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5" name="Bildobjekt 14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09" y="1587809"/>
            <a:ext cx="3131198" cy="36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00CF6F5-7DA8-BC32-D866-17EDE7A8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80C8212-F59D-DFD3-A298-ABC7391F0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för att lägga till 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56F7AD8-E39D-1379-2C2D-5078CAA3B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A8B49-644E-453D-8A2E-0531A0F9C26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CCF3FAD-BD73-1159-5758-3975E85B8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ABB6BCD-9CB5-26E5-3027-5F4AE90F4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579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8" r:id="rId2"/>
    <p:sldLayoutId id="2147483667" r:id="rId3"/>
    <p:sldLayoutId id="2147483705" r:id="rId4"/>
    <p:sldLayoutId id="2147483692" r:id="rId5"/>
    <p:sldLayoutId id="2147483660" r:id="rId6"/>
    <p:sldLayoutId id="2147483668" r:id="rId7"/>
    <p:sldLayoutId id="2147483669" r:id="rId8"/>
    <p:sldLayoutId id="2147483706" r:id="rId9"/>
    <p:sldLayoutId id="2147483695" r:id="rId10"/>
    <p:sldLayoutId id="2147483696" r:id="rId11"/>
    <p:sldLayoutId id="2147483697" r:id="rId12"/>
    <p:sldLayoutId id="2147483703" r:id="rId13"/>
    <p:sldLayoutId id="2147483701" r:id="rId14"/>
    <p:sldLayoutId id="2147483700" r:id="rId15"/>
    <p:sldLayoutId id="2147483702" r:id="rId16"/>
    <p:sldLayoutId id="2147483704" r:id="rId17"/>
    <p:sldLayoutId id="2147483662" r:id="rId18"/>
    <p:sldLayoutId id="2147483659" r:id="rId19"/>
    <p:sldLayoutId id="2147483688" r:id="rId20"/>
    <p:sldLayoutId id="2147483672" r:id="rId21"/>
    <p:sldLayoutId id="2147483653" r:id="rId22"/>
    <p:sldLayoutId id="2147483710" r:id="rId23"/>
    <p:sldLayoutId id="2147483711" r:id="rId24"/>
    <p:sldLayoutId id="2147483712" r:id="rId25"/>
    <p:sldLayoutId id="2147483683" r:id="rId26"/>
    <p:sldLayoutId id="2147483684" r:id="rId27"/>
    <p:sldLayoutId id="2147483685" r:id="rId28"/>
    <p:sldLayoutId id="2147483673" r:id="rId29"/>
    <p:sldLayoutId id="2147483693" r:id="rId30"/>
    <p:sldLayoutId id="2147483694" r:id="rId31"/>
    <p:sldLayoutId id="2147483671" r:id="rId32"/>
    <p:sldLayoutId id="2147483686" r:id="rId33"/>
    <p:sldLayoutId id="2147483687" r:id="rId34"/>
    <p:sldLayoutId id="2147483713" r:id="rId35"/>
    <p:sldLayoutId id="2147483670" r:id="rId36"/>
    <p:sldLayoutId id="2147483674" r:id="rId37"/>
    <p:sldLayoutId id="2147483675" r:id="rId38"/>
    <p:sldLayoutId id="2147483680" r:id="rId39"/>
    <p:sldLayoutId id="2147483681" r:id="rId40"/>
    <p:sldLayoutId id="2147483679" r:id="rId41"/>
    <p:sldLayoutId id="2147483707" r:id="rId42"/>
    <p:sldLayoutId id="2147483665" r:id="rId43"/>
    <p:sldLayoutId id="2147483666" r:id="rId44"/>
    <p:sldLayoutId id="2147483689" r:id="rId45"/>
    <p:sldLayoutId id="2147483708" r:id="rId46"/>
    <p:sldLayoutId id="2147483691" r:id="rId47"/>
    <p:sldLayoutId id="2147483677" r:id="rId4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38.xml"/><Relationship Id="rId5" Type="http://schemas.openxmlformats.org/officeDocument/2006/relationships/slide" Target="slide9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6550E37-B489-48B8-F885-E27FAAB8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F2: Java vs. </a:t>
            </a:r>
            <a:r>
              <a:rPr lang="sv-SE" dirty="0" err="1"/>
              <a:t>Python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32927B1-160C-5314-CC8A-F48EF8747F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1389" y="3913313"/>
            <a:ext cx="6317332" cy="644004"/>
          </a:xfrm>
        </p:spPr>
        <p:txBody>
          <a:bodyPr/>
          <a:lstStyle/>
          <a:p>
            <a:r>
              <a:rPr lang="sv-SE" dirty="0"/>
              <a:t>Malmö Universitet, Institutionen för datavetenskap och medieteknik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AA677A1-1833-69C8-8100-E1F031DAA9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 dirty="0"/>
              <a:t>2025–11–11</a:t>
            </a:r>
          </a:p>
        </p:txBody>
      </p:sp>
    </p:spTree>
    <p:extLst>
      <p:ext uri="{BB962C8B-B14F-4D97-AF65-F5344CB8AC3E}">
        <p14:creationId xmlns:p14="http://schemas.microsoft.com/office/powerpoint/2010/main" val="391080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58808E4-2B80-2176-D23E-02B1AE3C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Innehåll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013BB0D-ACAB-A0C7-FE7D-847A55E421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2" action="ppaction://hlinksldjump"/>
              </a:rPr>
              <a:t>Repetition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3" action="ppaction://hlinksldjump"/>
              </a:rPr>
              <a:t>Java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4" action="ppaction://hlinksldjump"/>
              </a:rPr>
              <a:t>Skillnader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5" action="ppaction://hlinksldjump"/>
              </a:rPr>
              <a:t>Klasser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6" action="ppaction://hlinksldjump"/>
              </a:rPr>
              <a:t>Sammanfattning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22C7986-D560-C20A-9BA1-8E2AACDC6BD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5B7DEE-C37F-4C73-A0A9-0589ABA755B0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CBCCE40-05DE-5A76-468F-2F995DC8E0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 dirty="0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9EC8999-8AA0-91E3-FE77-762CBF7DFF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404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1ECF652B-3A13-7611-C86B-58C5245E69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800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833BE64-0346-EE74-0057-17B663F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Repetition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657B6E8-A6AB-B8FD-4440-3D4E5916D7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Saker som vi har gjort i DA100A</a:t>
            </a:r>
          </a:p>
          <a:p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Datatyper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Villkorssatser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Loopar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Funktioner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Listor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2599B5D-3593-C1F1-8390-1A155D17FE9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4DC099-18D6-42FC-AD17-C4A3DAC7B1DD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721AF0F-05A6-74CF-ADAC-7CCE294CD0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D8FE55F-9542-88C8-5297-C5099DB8AF5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970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362CCB5-9822-CE36-B9B4-4888FBC7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Datatyper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97F1AF5-0868-E51B-F59C-B6D131EE18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Vi har använt datatyperna</a:t>
            </a:r>
          </a:p>
          <a:p>
            <a:endParaRPr lang="sv-SE" dirty="0"/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80"/>
                </a:solidFill>
                <a:latin typeface="JetBrains Mono"/>
              </a:rPr>
              <a:t> </a:t>
            </a:r>
            <a:r>
              <a:rPr lang="sv-SE" dirty="0"/>
              <a:t>för heltal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float</a:t>
            </a:r>
            <a:r>
              <a:rPr lang="sv-SE" sz="2400" b="0" i="0" dirty="0">
                <a:solidFill>
                  <a:srgbClr val="000080"/>
                </a:solidFill>
                <a:latin typeface="JetBrains Mono"/>
              </a:rPr>
              <a:t> </a:t>
            </a:r>
            <a:r>
              <a:rPr lang="sv-SE" dirty="0"/>
              <a:t>för flyttal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bool</a:t>
            </a:r>
            <a:r>
              <a:rPr lang="sv-SE" dirty="0"/>
              <a:t> för sant/falskt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str</a:t>
            </a:r>
            <a:r>
              <a:rPr lang="sv-SE" sz="2400" b="0" i="0" dirty="0">
                <a:solidFill>
                  <a:srgbClr val="000080"/>
                </a:solidFill>
                <a:latin typeface="JetBrains Mono"/>
              </a:rPr>
              <a:t> </a:t>
            </a:r>
            <a:r>
              <a:rPr lang="sv-SE" dirty="0"/>
              <a:t>för text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list</a:t>
            </a:r>
            <a:r>
              <a:rPr lang="sv-SE" dirty="0"/>
              <a:t> för listor (</a:t>
            </a:r>
            <a:r>
              <a:rPr lang="sv-SE" dirty="0" err="1"/>
              <a:t>arrayer</a:t>
            </a:r>
            <a:r>
              <a:rPr lang="sv-SE" dirty="0"/>
              <a:t>)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6D8009E-F600-3177-CE6F-04EA34A8711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96901B6-3D0B-E4DD-CEC2-9DE555DD15A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FB3E05A-3311-9BFC-10AA-FB1798D34AF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233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8D4E258-D5D7-B091-9A8F-10DB7C5F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Input/output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1488816-8720-BFAB-D095-85F1E964E1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67789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name =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"Your name: 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age =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"Your age: 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)) </a:t>
            </a:r>
            <a:r>
              <a:rPr lang="en-US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Vi </a:t>
            </a:r>
            <a:r>
              <a:rPr lang="en-US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castar</a:t>
            </a:r>
            <a:r>
              <a:rPr lang="en-US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till </a:t>
            </a:r>
            <a:r>
              <a:rPr lang="en-US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en</a:t>
            </a:r>
            <a:r>
              <a:rPr lang="en-US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int</a:t>
            </a:r>
          </a:p>
          <a:p>
            <a:br>
              <a:rPr lang="en-US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"Hello,"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name, 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"you are"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age, 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"years old"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</a:p>
          <a:p>
            <a:endParaRPr lang="sv-SE" dirty="0">
              <a:latin typeface="Consolas" panose="020B0609020204030204" pitchFamily="49" charset="0"/>
            </a:endParaRP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A1AEE8B-719C-E811-3EEC-3E7B132D7D6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94181A9-531A-4154-595E-499524328F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9BC52F-AE07-B359-8DAB-1D9250AFA4D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00880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169C18F-9AEB-3964-0BBA-2448BF28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Villkorssatser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617387A-5723-93FE-06CF-C91969BBF4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913717"/>
          </a:xfrm>
        </p:spPr>
        <p:txBody>
          <a:bodyPr/>
          <a:lstStyle/>
          <a:p>
            <a:r>
              <a:rPr lang="sv-SE" dirty="0"/>
              <a:t>Vi har skapat villkorssatser så att programmet kan agera utifrån olika situationer.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C257138-CB6B-33F9-61CF-7B5F4EFCD06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6D1C64F-82E0-0B0B-081A-F5B23929D86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A2C3B37-CA57-6B17-0E0A-C7C89074F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7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F5EECB1B-12E7-BA1B-6D3C-088D3AB34A16}"/>
              </a:ext>
            </a:extLst>
          </p:cNvPr>
          <p:cNvSpPr txBox="1"/>
          <p:nvPr/>
        </p:nvSpPr>
        <p:spPr>
          <a:xfrm>
            <a:off x="1281407" y="2833556"/>
            <a:ext cx="9629186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name =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"May I have your name, please?"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if </a:t>
            </a:r>
            <a:r>
              <a:rPr lang="en-US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len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(name) &gt; </a:t>
            </a:r>
            <a:r>
              <a:rPr lang="en-US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"Your name is too long; I do not want it."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elif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en-US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len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(name) &lt; </a:t>
            </a:r>
            <a:r>
              <a:rPr lang="en-US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"Your name is too short, not fit for me."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"Thank you, your name is now mine."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1823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83CCD0-5376-5D4B-0AE2-4A025F12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Loopar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E416F9E-1FEF-BE31-9511-4F0AFB24C9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574083"/>
          </a:xfrm>
        </p:spPr>
        <p:txBody>
          <a:bodyPr/>
          <a:lstStyle/>
          <a:p>
            <a:r>
              <a:rPr lang="sv-SE" dirty="0"/>
              <a:t>Vi har gjort upprepningar med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sv-SE" dirty="0"/>
              <a:t> och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F8C8305-C6F3-2C6B-7281-7C61AB927C2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2B2844-6C3B-6886-1B97-F76A0F43B5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AB3DCBD-5547-33AA-F8B7-8F226D33F8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8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4028EB3B-85EF-5630-7FB0-374F1133A07C}"/>
              </a:ext>
            </a:extLst>
          </p:cNvPr>
          <p:cNvSpPr txBox="1"/>
          <p:nvPr/>
        </p:nvSpPr>
        <p:spPr>
          <a:xfrm>
            <a:off x="1281407" y="2493922"/>
            <a:ext cx="962918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b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&lt;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(i)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2DD319CD-936B-FCB8-53C3-AB8CFFAF24D7}"/>
              </a:ext>
            </a:extLst>
          </p:cNvPr>
          <p:cNvSpPr txBox="1"/>
          <p:nvPr/>
        </p:nvSpPr>
        <p:spPr>
          <a:xfrm>
            <a:off x="1281407" y="4156291"/>
            <a:ext cx="962918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for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in </a:t>
            </a: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(i)</a:t>
            </a:r>
          </a:p>
        </p:txBody>
      </p:sp>
    </p:spTree>
    <p:extLst>
      <p:ext uri="{BB962C8B-B14F-4D97-AF65-F5344CB8AC3E}">
        <p14:creationId xmlns:p14="http://schemas.microsoft.com/office/powerpoint/2010/main" val="213504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EDBDA88-4D29-DC97-2D4E-ADBEB76F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F25448F-398C-4AD5-8394-E3D343DE9D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539248"/>
          </a:xfrm>
        </p:spPr>
        <p:txBody>
          <a:bodyPr/>
          <a:lstStyle/>
          <a:p>
            <a:r>
              <a:rPr lang="sv-SE" dirty="0"/>
              <a:t>Vi har skapat och anropat funktioner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1421F2B-4FC8-66F5-CBE7-66153E56F9A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2587792-8AF9-944C-E669-EB35559923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FD27EDE-9AC7-150C-DC45-DBD4EA4D39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9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E297DC43-4DCF-5B8F-0393-251F7321E0C4}"/>
              </a:ext>
            </a:extLst>
          </p:cNvPr>
          <p:cNvSpPr txBox="1"/>
          <p:nvPr/>
        </p:nvSpPr>
        <p:spPr>
          <a:xfrm>
            <a:off x="1281407" y="2554014"/>
            <a:ext cx="962918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def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 err="1">
                <a:solidFill>
                  <a:srgbClr val="00627A"/>
                </a:solidFill>
                <a:latin typeface="Consolas" panose="020B0609020204030204" pitchFamily="49" charset="0"/>
              </a:rPr>
              <a:t>my_function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par2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res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+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par2</a:t>
            </a:r>
            <a:b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res</a:t>
            </a:r>
            <a:b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b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b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b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my_function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(a, b))</a:t>
            </a:r>
          </a:p>
        </p:txBody>
      </p:sp>
    </p:spTree>
    <p:extLst>
      <p:ext uri="{BB962C8B-B14F-4D97-AF65-F5344CB8AC3E}">
        <p14:creationId xmlns:p14="http://schemas.microsoft.com/office/powerpoint/2010/main" val="155768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775413-DBBF-0436-FE88-F4051DFE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Listor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A87CB57-B975-8EA7-2501-ED4B4E7589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574083"/>
          </a:xfrm>
        </p:spPr>
        <p:txBody>
          <a:bodyPr/>
          <a:lstStyle/>
          <a:p>
            <a:r>
              <a:rPr lang="sv-SE" dirty="0"/>
              <a:t>Vi har skapat listor med flera element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7FBCA3D-91A3-4760-F4D3-D02920592CD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BE77F89-8C8D-613F-D2E6-9CE6EACE39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FBED786-BD2B-086D-9C7D-A6723050677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10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EFFE4899-B713-4ED3-ADD6-10A4257EC0FA}"/>
              </a:ext>
            </a:extLst>
          </p:cNvPr>
          <p:cNvSpPr txBox="1"/>
          <p:nvPr/>
        </p:nvSpPr>
        <p:spPr>
          <a:xfrm>
            <a:off x="1281407" y="2493922"/>
            <a:ext cx="962918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hobbits = [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"Sam"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"Frodo"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"Merry"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"Pippin"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"Fatty"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(hobbits[</a:t>
            </a:r>
            <a:r>
              <a:rPr lang="en-US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D000DFC3-1D24-EE84-018D-9C48CB27FC0F}"/>
              </a:ext>
            </a:extLst>
          </p:cNvPr>
          <p:cNvSpPr txBox="1"/>
          <p:nvPr/>
        </p:nvSpPr>
        <p:spPr>
          <a:xfrm>
            <a:off x="1281407" y="3555940"/>
            <a:ext cx="962918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matrix = [[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], 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], 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7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8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9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]]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for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row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in </a:t>
            </a: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len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(matrix)):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for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col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in </a:t>
            </a: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len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(matrix[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row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])):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(matrix[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row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][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col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857770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0F050DF-EDAA-EE48-726A-A442E1AC34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2324233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CCE201B-9141-B85A-61E1-750F7CC0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Vad är Java?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FBF8FBE-C75B-AB2F-E41D-CC43E474EF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Java är ett kompilerat språk (</a:t>
            </a:r>
            <a:r>
              <a:rPr lang="sv-SE" dirty="0" err="1"/>
              <a:t>Python</a:t>
            </a:r>
            <a:r>
              <a:rPr lang="sv-SE" dirty="0"/>
              <a:t> är ett interpreterat språk). Det innebär att Java behöver översätta källkoden från text till byte-kod innan vi kan köra programmet. (</a:t>
            </a:r>
            <a:r>
              <a:rPr lang="sv-SE" dirty="0" err="1"/>
              <a:t>Python</a:t>
            </a:r>
            <a:r>
              <a:rPr lang="sv-SE" dirty="0"/>
              <a:t> gör detta medan programmet körs.)</a:t>
            </a:r>
          </a:p>
          <a:p>
            <a:r>
              <a:rPr lang="sv-SE" dirty="0"/>
              <a:t>Du kan inte köra ditt program innan det är kompilerat</a:t>
            </a:r>
          </a:p>
          <a:p>
            <a:r>
              <a:rPr lang="sv-SE" dirty="0"/>
              <a:t>Under kompileringen görs en felsökning av koden, hittas några fel så misslyckas kompileringen.</a:t>
            </a:r>
          </a:p>
          <a:p>
            <a:r>
              <a:rPr lang="sv-SE" dirty="0"/>
              <a:t>Java är ett strikt objekt-orienterat språk.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DB0C908-51CD-E6F1-199F-0CF8720BE9F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FDA6F0A-FC4A-4057-8DA6-99EE819068E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A515EE0-9166-B2C9-A86A-1D86F37183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F224DDD-AC65-3228-620D-D1F00155AA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9164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A07E560-E109-647D-4C87-BC24C072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Var används Java?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D3BFC6D-2E54-3678-15D1-C93B4EAE08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En gång i tiden var Java sexigt.</a:t>
            </a:r>
          </a:p>
          <a:p>
            <a:r>
              <a:rPr lang="sv-SE" dirty="0"/>
              <a:t>Telefon-</a:t>
            </a:r>
            <a:r>
              <a:rPr lang="sv-SE" dirty="0" err="1"/>
              <a:t>appar</a:t>
            </a:r>
            <a:r>
              <a:rPr lang="sv-SE" dirty="0"/>
              <a:t> skrevs i Java.</a:t>
            </a:r>
          </a:p>
          <a:p>
            <a:r>
              <a:rPr lang="sv-SE" dirty="0"/>
              <a:t>Många system kör Java i sin </a:t>
            </a:r>
            <a:r>
              <a:rPr lang="sv-SE" i="1" dirty="0"/>
              <a:t>back-end</a:t>
            </a:r>
            <a:r>
              <a:rPr lang="sv-SE" dirty="0"/>
              <a:t> (särskilt äldre system)</a:t>
            </a:r>
          </a:p>
          <a:p>
            <a:r>
              <a:rPr lang="sv-SE" i="1" dirty="0" err="1"/>
              <a:t>Minecraft</a:t>
            </a:r>
            <a:r>
              <a:rPr lang="sv-SE" dirty="0"/>
              <a:t> är kodat i Java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9D85A12-6AA9-440C-1A9F-C7B6713E34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CEE172D-D27A-466D-B985-0DA89F767CE7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A84B60C-7C8F-0D51-AD09-A50DEB2634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06CA35-A2ED-4626-7ECE-F3E284D2C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9453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B61E68CF-DD27-ACC8-3D58-1DB157A5AC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Skillnader</a:t>
            </a:r>
          </a:p>
        </p:txBody>
      </p:sp>
    </p:spTree>
    <p:extLst>
      <p:ext uri="{BB962C8B-B14F-4D97-AF65-F5344CB8AC3E}">
        <p14:creationId xmlns:p14="http://schemas.microsoft.com/office/powerpoint/2010/main" val="2297547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8A86548-F31E-3DEC-8DBA-57EDB3C6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Semikolon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AECB2BA-0E9F-6914-4ABE-C3E0B93998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En viktig skillnad mellan </a:t>
            </a:r>
            <a:r>
              <a:rPr lang="sv-SE" dirty="0" err="1"/>
              <a:t>Python</a:t>
            </a:r>
            <a:r>
              <a:rPr lang="sv-SE" dirty="0"/>
              <a:t> och Java är att man </a:t>
            </a:r>
            <a:r>
              <a:rPr lang="sv-SE" b="1" dirty="0"/>
              <a:t>måste </a:t>
            </a:r>
            <a:r>
              <a:rPr lang="sv-SE" dirty="0"/>
              <a:t>markera när en sats är slut.</a:t>
            </a:r>
          </a:p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görs detta automagiskt när du byter rad.</a:t>
            </a:r>
          </a:p>
          <a:p>
            <a:r>
              <a:rPr lang="sv-SE" dirty="0"/>
              <a:t>I Java (och C) behöver du markera när en sats är över med ett semikolon ”;”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4B91792-D06A-91D6-7AC4-598C0FF90DA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641A4D1-FEE4-404E-B6A9-24973AA7439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49FAAF2-AEC0-BA68-46BF-7D6158B955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1D8E59A-515F-603D-1418-B1470A400B3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44213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9AE36C-39A3-4954-DEBC-3E1350C9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Block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87FE6A5-B9C6-B4CF-C06B-E8EA358BE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markerar du block-tillhörighet med indragningar (Exempelvis </a:t>
            </a:r>
            <a:r>
              <a:rPr lang="sv-SE" dirty="0" err="1"/>
              <a:t>if</a:t>
            </a:r>
            <a:r>
              <a:rPr lang="sv-SE" dirty="0"/>
              <a:t>-satser och loopar)</a:t>
            </a:r>
          </a:p>
          <a:p>
            <a:r>
              <a:rPr lang="sv-SE" dirty="0"/>
              <a:t>I Java markerar du block-tillhörighet med </a:t>
            </a:r>
            <a:r>
              <a:rPr lang="sv-SE" i="1" dirty="0"/>
              <a:t>måsvingar</a:t>
            </a:r>
            <a:r>
              <a:rPr lang="sv-SE" dirty="0"/>
              <a:t> </a:t>
            </a:r>
            <a:r>
              <a:rPr lang="sv-SE" dirty="0">
                <a:latin typeface="Consolas" panose="020B0609020204030204" pitchFamily="49" charset="0"/>
              </a:rPr>
              <a:t>{}</a:t>
            </a:r>
          </a:p>
          <a:p>
            <a:r>
              <a:rPr lang="sv-SE" dirty="0"/>
              <a:t>Symbolerna </a:t>
            </a:r>
            <a:r>
              <a:rPr lang="sv-SE" dirty="0">
                <a:latin typeface="Consolas" panose="020B0609020204030204" pitchFamily="49" charset="0"/>
              </a:rPr>
              <a:t>{}</a:t>
            </a:r>
            <a:r>
              <a:rPr lang="sv-SE" dirty="0"/>
              <a:t> har flera olika namn: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Måsvingar (detta är det vedertagna namnet)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Krullparenteser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På engelska: </a:t>
            </a:r>
            <a:r>
              <a:rPr lang="sv-SE" i="1" dirty="0" err="1"/>
              <a:t>curly</a:t>
            </a:r>
            <a:r>
              <a:rPr lang="sv-SE" i="1" dirty="0"/>
              <a:t> </a:t>
            </a:r>
            <a:r>
              <a:rPr lang="sv-SE" i="1" dirty="0" err="1"/>
              <a:t>brackets</a:t>
            </a:r>
            <a:endParaRPr lang="sv-SE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På danska: </a:t>
            </a:r>
            <a:r>
              <a:rPr lang="sv-SE" i="1" dirty="0" err="1"/>
              <a:t>tuborg</a:t>
            </a:r>
            <a:r>
              <a:rPr lang="sv-SE" i="1" dirty="0"/>
              <a:t>-klammer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68569C1-F7A8-F24F-EB71-3F93D77BEA9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27F6C1B-260E-9175-B3D7-399C3228BA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7954EC-963B-5A4C-5BFA-DB39767B64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4725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D1C41F8-36C2-A831-0BBC-E1DA9959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Kommentarer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DC7D51E-478A-002E-AE0D-A6DAA89F10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50590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Detta är en kommentar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"""</a:t>
            </a:r>
            <a:b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Detta är en lång kommentar</a:t>
            </a:r>
            <a:b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"""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E40F9B4-A80D-36D2-6718-75259974205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0ADCBCD-7607-2BBF-9315-8BB76437F05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35CFE93-EA67-AC8D-F3B0-7A933FAEA1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17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5F5570C1-78B6-27DB-970E-DA460CF27A77}"/>
              </a:ext>
            </a:extLst>
          </p:cNvPr>
          <p:cNvSpPr txBox="1"/>
          <p:nvPr/>
        </p:nvSpPr>
        <p:spPr>
          <a:xfrm>
            <a:off x="1281407" y="3600995"/>
            <a:ext cx="962918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Detta är en kommentar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/*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Detta är en lång kommentar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222494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13871C7-F1A6-28E6-C302-5F0D539C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Namnkonventioner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F541C7C-CDD5-B874-B81C-BBE78B6C1B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använder man ofta understreck i variabelnamn om det är ett namn som innehåller flera ord. </a:t>
            </a:r>
            <a:r>
              <a:rPr lang="sv-SE" dirty="0" err="1"/>
              <a:t>Exmpelvis</a:t>
            </a:r>
            <a:r>
              <a:rPr lang="sv-SE" dirty="0"/>
              <a:t>: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my_long_name</a:t>
            </a:r>
            <a:endParaRPr lang="sv-SE" sz="2400" b="0" i="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r>
              <a:rPr lang="sv-SE" dirty="0"/>
              <a:t>I Java använder man istället </a:t>
            </a:r>
            <a:r>
              <a:rPr lang="sv-SE" i="1" dirty="0"/>
              <a:t>mixed </a:t>
            </a:r>
            <a:r>
              <a:rPr lang="sv-SE" i="1" dirty="0" err="1"/>
              <a:t>case</a:t>
            </a:r>
            <a:r>
              <a:rPr lang="sv-SE" i="1" dirty="0"/>
              <a:t>. </a:t>
            </a:r>
            <a:r>
              <a:rPr lang="sv-SE" dirty="0"/>
              <a:t>Exempelvis: </a:t>
            </a:r>
            <a:r>
              <a:rPr lang="sv-SE" dirty="0" err="1">
                <a:latin typeface="Consolas" panose="020B0609020204030204" pitchFamily="49" charset="0"/>
              </a:rPr>
              <a:t>myLongName</a:t>
            </a:r>
            <a:endParaRPr lang="sv-SE" dirty="0">
              <a:latin typeface="Consolas" panose="020B0609020204030204" pitchFamily="49" charset="0"/>
            </a:endParaRP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840DEAF-6D20-E323-4709-7189DC73642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00BD2E7-1E32-9EC2-34F6-32400053363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8BD5D72-CECE-167F-C0B5-BB23F047C1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2100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DE96B1D-672A-885D-DB72-C7418AF8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Datatyper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98D4521-778E-C4F3-9AC9-ACAA15FF6D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617625"/>
          </a:xfrm>
        </p:spPr>
        <p:txBody>
          <a:bodyPr/>
          <a:lstStyle/>
          <a:p>
            <a:r>
              <a:rPr lang="sv-SE" dirty="0"/>
              <a:t>I Java deklarerar man datatypen när man initialiserar en variabel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96A0D53-F885-55CD-3A48-C0568ACFA89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E899C8-87A5-CD8D-6823-8A26DFC881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8315FE4-8F8B-7C46-C6A3-6E5BC285E4A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19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42D13963-F8D0-7843-C15A-E3965CC6EAB7}"/>
              </a:ext>
            </a:extLst>
          </p:cNvPr>
          <p:cNvSpPr txBox="1"/>
          <p:nvPr/>
        </p:nvSpPr>
        <p:spPr>
          <a:xfrm>
            <a:off x="1281407" y="2368731"/>
            <a:ext cx="96291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heltal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float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b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5.5f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//flyttal (32 bitar 7 decimaler) not. f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c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5.5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flyttal (64 bitar, 15-16 decimaler)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boolean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d =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liten bokstav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String e = 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"hej"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storbokstav och citattecken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char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f = 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'a'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apostrofer</a:t>
            </a:r>
          </a:p>
        </p:txBody>
      </p:sp>
    </p:spTree>
    <p:extLst>
      <p:ext uri="{BB962C8B-B14F-4D97-AF65-F5344CB8AC3E}">
        <p14:creationId xmlns:p14="http://schemas.microsoft.com/office/powerpoint/2010/main" val="1498410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C637F84-F6F8-6E78-9446-0BA523B7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Datatyper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B0226EC-22FD-76FE-955A-520AD67EFD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192391"/>
          </a:xfrm>
        </p:spPr>
        <p:txBody>
          <a:bodyPr/>
          <a:lstStyle/>
          <a:p>
            <a:r>
              <a:rPr lang="sv-SE" dirty="0"/>
              <a:t>Java är ett strikt typat språk. Det innebär att en variabel har en bestämd </a:t>
            </a:r>
            <a:r>
              <a:rPr lang="sv-SE" dirty="0" err="1"/>
              <a:t>datatyp</a:t>
            </a:r>
            <a:r>
              <a:rPr lang="sv-SE" dirty="0"/>
              <a:t> redan när den skapas, och den variabeln kan inte innehålla några andra datatyper.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2285EA5-7776-85BE-828B-CB8A3884FD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B31A860-DE6B-E35F-F1C9-4B42CFDBE52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8539BA9-88C7-C70C-13B9-EFBC5E6ACB5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20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FBDAF191-5C3B-D7A6-1706-8EAC319CC407}"/>
              </a:ext>
            </a:extLst>
          </p:cNvPr>
          <p:cNvSpPr txBox="1"/>
          <p:nvPr/>
        </p:nvSpPr>
        <p:spPr>
          <a:xfrm>
            <a:off x="1281407" y="2943497"/>
            <a:ext cx="962918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Detta är okej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Python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-kod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b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5.5</a:t>
            </a:r>
            <a:b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"Hej"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23B4971D-0D96-5004-CAB7-2EDA5294335F}"/>
              </a:ext>
            </a:extLst>
          </p:cNvPr>
          <p:cNvSpPr txBox="1"/>
          <p:nvPr/>
        </p:nvSpPr>
        <p:spPr>
          <a:xfrm>
            <a:off x="1281407" y="4649923"/>
            <a:ext cx="962918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Detta är inte okej Java-kod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5.5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Error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5.5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Error</a:t>
            </a:r>
            <a:endParaRPr lang="sv-SE" sz="2400" b="0" i="1" dirty="0">
              <a:solidFill>
                <a:srgbClr val="8C8C8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9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FBF93C3-B355-0D64-128D-7EA90EC1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Float och double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C73A578-9ED1-8161-7D8F-B105034029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använder man float för decimaltal. Medan Java använder både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sv-SE" dirty="0"/>
              <a:t> och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endParaRPr lang="sv-SE" dirty="0"/>
          </a:p>
          <a:p>
            <a:r>
              <a:rPr lang="sv-SE" dirty="0"/>
              <a:t>En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sv-SE" dirty="0"/>
              <a:t> i Java är sparad med 32 bitar, medan en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sv-SE" dirty="0"/>
              <a:t> är sparad i 64 bitar. Detta betyder att du får en högre precision med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sv-SE" dirty="0"/>
              <a:t>.</a:t>
            </a:r>
          </a:p>
          <a:p>
            <a:r>
              <a:rPr lang="sv-SE" dirty="0"/>
              <a:t>Som regel kommer vi att använda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sv-SE" dirty="0"/>
              <a:t> för att lagra decimaltal.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B66058A-1FCD-9392-99D6-D7665888760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D4D025A-0E83-A47C-DAD7-75EED9ADA26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9F74BC3-A88D-1FD2-39AC-70255E31689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71010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AE8C53B-FA09-7696-0F9C-BC4C9E76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Input/output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233ACDC-6F0D-B10C-8088-2E5640D44B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575568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Python</a:t>
            </a:r>
            <a:br>
              <a:rPr lang="en-US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name =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"Name: 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age = 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"Age: "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))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(name, age)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6D30CD7-5D01-C2B4-A00E-D4442FAD28B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66AE95-44E1-3CC0-607C-88C4D6F57D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B0692E6-8EDD-7E3D-C27C-44F488C839A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22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A264D8A9-C534-D6AE-77A6-2F9EEDA8CA9C}"/>
              </a:ext>
            </a:extLst>
          </p:cNvPr>
          <p:cNvSpPr txBox="1"/>
          <p:nvPr/>
        </p:nvSpPr>
        <p:spPr>
          <a:xfrm>
            <a:off x="1281407" y="3429000"/>
            <a:ext cx="9629185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Java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Scanner input =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Scanner(System.in);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Nödvändig rad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System.out.print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sv-SE" sz="2400" b="0" i="0" dirty="0" err="1">
                <a:solidFill>
                  <a:srgbClr val="067D17"/>
                </a:solidFill>
                <a:latin typeface="Consolas" panose="020B0609020204030204" pitchFamily="49" charset="0"/>
              </a:rPr>
              <a:t>Name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: "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String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name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input.nextLine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Ta emot sträng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System.out.print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"Age: "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age =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input.nextInt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Ta emot heltal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System.out.println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name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+ </a:t>
            </a:r>
            <a:r>
              <a:rPr lang="sv-SE" sz="2400" b="0" i="0" dirty="0">
                <a:solidFill>
                  <a:srgbClr val="067D17"/>
                </a:solidFill>
                <a:latin typeface="Consolas" panose="020B0609020204030204" pitchFamily="49" charset="0"/>
              </a:rPr>
              <a:t>" "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+ age);</a:t>
            </a:r>
          </a:p>
        </p:txBody>
      </p:sp>
    </p:spTree>
    <p:extLst>
      <p:ext uri="{BB962C8B-B14F-4D97-AF65-F5344CB8AC3E}">
        <p14:creationId xmlns:p14="http://schemas.microsoft.com/office/powerpoint/2010/main" val="1434856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EFA0C30-D6EC-22CF-ED36-4E4BA1F1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Input/output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6AE1F70-2877-A0A1-58E5-1243DF1858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229838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Scanner input =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Scanner(System.in);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Skapar en läsare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String text =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input.nextLine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Tar emot en sträng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integer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input.nextInt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Tar emot ett heltal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number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input.nextDouble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();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Tar emot ett flyttal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19A5D7F-9B33-6CA4-0EEF-76AA5A5E975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A4ECF55-1BDC-3618-E28F-F33235DE9A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A6DF5CF-C540-8632-E7AA-43D5945AEF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6189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0D8FA98-EB6E-F968-71B7-F5244B88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Villkorssatser i </a:t>
            </a:r>
            <a:r>
              <a:rPr lang="sv-SE" dirty="0" err="1"/>
              <a:t>Python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94654CC-11D2-B4B9-5352-C4670A6FB4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233321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if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 ==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True and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b ==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False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pass</a:t>
            </a:r>
            <a:b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elif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c ==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True or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d ==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pass</a:t>
            </a:r>
            <a:b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pass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21D2664-816E-0DA5-2A7D-07920C59364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62DF59F-4A03-13B7-E771-A3EB51F972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31A21FC-8580-424C-CADF-7DC81FD8BE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6880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C0F37C1-2DF6-6DC0-B5F0-8099C88B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Villkorssatser i Java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8128AE-1ED7-A7CC-CE13-1A9BBEC590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350016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(a ==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&amp;&amp; b ==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false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){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parenteserna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   // Notera att &amp;&amp; betyder och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(c ==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|| d ==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){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Vi skriver ut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elif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   // Notera att || betyder eller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alla { } som markerar block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FF8C6D4-CFE6-1EF9-0022-B6F84C6B022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9C40CB5-1867-0ED9-2ED6-BC08C7FFB6B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AB76F21-12CC-E418-5BB1-268735D20B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2007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815B593-9512-D726-4CCC-A16A5FAA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While</a:t>
            </a:r>
            <a:r>
              <a:rPr lang="sv-SE" dirty="0"/>
              <a:t>-loopar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9EFCA46-0010-794D-1FBC-490050320E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889077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En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while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-loop i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Python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b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&lt;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(i)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i +=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9BBDBCE-F719-41EF-44D0-8914AAC8FC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8A1766F-8EED-0C7A-F23E-5476D11A94A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88230AA-1D74-8506-224B-62AB3B7ADA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26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4D1B8140-1431-4443-792A-DDE9E3086D6B}"/>
              </a:ext>
            </a:extLst>
          </p:cNvPr>
          <p:cNvSpPr txBox="1">
            <a:spLocks/>
          </p:cNvSpPr>
          <p:nvPr/>
        </p:nvSpPr>
        <p:spPr>
          <a:xfrm>
            <a:off x="1281407" y="3808916"/>
            <a:ext cx="9629186" cy="22783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En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while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-loop i Java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 &lt;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){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återigen parenteserna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System.out.println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(i);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i++;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Detta motsvarar i += 1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8916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F8B8F5A-7A7B-29EF-AA81-07F89705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For-loopar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BAD4807-49C3-A807-522F-3C013F01CE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23720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For-loop i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Python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for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in </a:t>
            </a:r>
            <a:r>
              <a:rPr lang="sv-SE" sz="2400" b="0" i="0" dirty="0" err="1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):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Start, Stop, Steg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(i)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8393DBC-885E-AE01-0378-FC60A042F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1C4DB99-6E5E-F241-F47B-54F5FA8D560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052B087-08BE-82BA-16F9-C84DB7860D0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27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D85093A1-5C2E-D808-EE9A-CA257F2603DC}"/>
              </a:ext>
            </a:extLst>
          </p:cNvPr>
          <p:cNvSpPr txBox="1">
            <a:spLocks/>
          </p:cNvSpPr>
          <p:nvPr/>
        </p:nvSpPr>
        <p:spPr>
          <a:xfrm>
            <a:off x="1281407" y="3157043"/>
            <a:ext cx="9629186" cy="1641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For-loop i Java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for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i =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i &lt; 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 i++){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Start, Stop, Steg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System.out.println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(i); </a:t>
            </a: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// Notera återigen </a:t>
            </a:r>
            <a:r>
              <a:rPr lang="sv-SE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parentser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3042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D9C71EF-0A38-D39F-446D-4EE2B932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Listor/</a:t>
            </a:r>
            <a:r>
              <a:rPr lang="sv-SE" dirty="0" err="1"/>
              <a:t>arrayer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AD43776-0B00-7CBD-D7AC-5419EA2CFC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24464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Lista i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Python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80808"/>
                </a:solidFill>
                <a:latin typeface="Consolas" panose="020B0609020204030204" pitchFamily="49" charset="0"/>
              </a:rPr>
              <a:t>my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_list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my_list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])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8EFDEBD-A3E8-E261-246A-9691C74E272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B651D6B-BAF7-61CE-B32C-671E47AACB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448FD91-7095-37BC-16AE-71B41D8397B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28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8C414B31-57C1-0543-12E8-EED1FCEFBAE4}"/>
              </a:ext>
            </a:extLst>
          </p:cNvPr>
          <p:cNvSpPr txBox="1"/>
          <p:nvPr/>
        </p:nvSpPr>
        <p:spPr>
          <a:xfrm>
            <a:off x="1281408" y="3262087"/>
            <a:ext cx="962918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Array i Java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[]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myArray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{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};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System.out.println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myArray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]);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4AB74789-AA6E-4BE5-6E6C-286EC1360ACA}"/>
              </a:ext>
            </a:extLst>
          </p:cNvPr>
          <p:cNvSpPr txBox="1">
            <a:spLocks/>
          </p:cNvSpPr>
          <p:nvPr/>
        </p:nvSpPr>
        <p:spPr>
          <a:xfrm>
            <a:off x="1281407" y="4632962"/>
            <a:ext cx="9629186" cy="557348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Lägg märke till </a:t>
            </a:r>
            <a:r>
              <a:rPr lang="sv-SE" dirty="0">
                <a:latin typeface="Consolas" panose="020B0609020204030204" pitchFamily="49" charset="0"/>
              </a:rPr>
              <a:t>{ }</a:t>
            </a:r>
            <a:r>
              <a:rPr lang="sv-SE" dirty="0"/>
              <a:t> runt </a:t>
            </a:r>
            <a:r>
              <a:rPr lang="sv-SE" dirty="0" err="1"/>
              <a:t>arrayen</a:t>
            </a:r>
            <a:r>
              <a:rPr lang="sv-SE" dirty="0"/>
              <a:t> i Java samt </a:t>
            </a:r>
            <a:r>
              <a:rPr lang="sv-SE" dirty="0">
                <a:latin typeface="Consolas" panose="020B0609020204030204" pitchFamily="49" charset="0"/>
              </a:rPr>
              <a:t>[ ]</a:t>
            </a:r>
            <a:r>
              <a:rPr lang="sv-SE" dirty="0"/>
              <a:t> efter datatypen.</a:t>
            </a:r>
          </a:p>
        </p:txBody>
      </p:sp>
    </p:spTree>
    <p:extLst>
      <p:ext uri="{BB962C8B-B14F-4D97-AF65-F5344CB8AC3E}">
        <p14:creationId xmlns:p14="http://schemas.microsoft.com/office/powerpoint/2010/main" val="3367999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E4265E6-DD30-B477-0E00-BAEB073B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Arrayer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346D5C5-E87D-7EE1-B196-BB4E94340A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035637"/>
          </a:xfrm>
        </p:spPr>
        <p:txBody>
          <a:bodyPr/>
          <a:lstStyle/>
          <a:p>
            <a:r>
              <a:rPr lang="sv-SE" dirty="0"/>
              <a:t>I Java har </a:t>
            </a:r>
            <a:r>
              <a:rPr lang="sv-SE" dirty="0" err="1"/>
              <a:t>arrayer</a:t>
            </a:r>
            <a:r>
              <a:rPr lang="sv-SE" dirty="0"/>
              <a:t> bestämd storlek, det går inte att </a:t>
            </a:r>
            <a:r>
              <a:rPr lang="sv-SE" dirty="0" err="1"/>
              <a:t>pop:a</a:t>
            </a:r>
            <a:r>
              <a:rPr lang="sv-SE" dirty="0"/>
              <a:t> och </a:t>
            </a:r>
            <a:r>
              <a:rPr lang="sv-SE" dirty="0" err="1"/>
              <a:t>append:a</a:t>
            </a:r>
            <a:r>
              <a:rPr lang="sv-SE" dirty="0"/>
              <a:t> värden</a:t>
            </a:r>
          </a:p>
          <a:p>
            <a:r>
              <a:rPr lang="sv-SE" dirty="0"/>
              <a:t>Vill man ändra storleken får man skapa om </a:t>
            </a:r>
            <a:r>
              <a:rPr lang="sv-SE" dirty="0" err="1"/>
              <a:t>arrayen</a:t>
            </a:r>
            <a:r>
              <a:rPr lang="sv-SE" dirty="0"/>
              <a:t>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D7E40C3-E953-6091-D6BB-7AA47850866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EBCA064-7266-6A40-27B4-858A804C45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40AC146-93C1-FF6A-5150-3189A7AA8A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29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3C036F71-4DB5-5D3C-642E-D4764E744BDC}"/>
              </a:ext>
            </a:extLst>
          </p:cNvPr>
          <p:cNvSpPr txBox="1"/>
          <p:nvPr/>
        </p:nvSpPr>
        <p:spPr>
          <a:xfrm>
            <a:off x="1281407" y="2831013"/>
            <a:ext cx="962918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[] </a:t>
            </a: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anArray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Skapar en tom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array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med 10 platser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anArray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[</a:t>
            </a:r>
            <a:r>
              <a:rPr lang="sv-SE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]; 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Skapar en ny tom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array</a:t>
            </a:r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med 100 platser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0A7B64E0-7746-87AD-679B-2910B63AA94F}"/>
              </a:ext>
            </a:extLst>
          </p:cNvPr>
          <p:cNvSpPr txBox="1">
            <a:spLocks/>
          </p:cNvSpPr>
          <p:nvPr/>
        </p:nvSpPr>
        <p:spPr>
          <a:xfrm>
            <a:off x="1281407" y="4444943"/>
            <a:ext cx="9629186" cy="1035637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Indexeringen sker likadant och börjar på 0.</a:t>
            </a:r>
          </a:p>
        </p:txBody>
      </p:sp>
    </p:spTree>
    <p:extLst>
      <p:ext uri="{BB962C8B-B14F-4D97-AF65-F5344CB8AC3E}">
        <p14:creationId xmlns:p14="http://schemas.microsoft.com/office/powerpoint/2010/main" val="550306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9DC3DE7-7F73-6476-4D63-75F020B57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Funktioner i </a:t>
            </a:r>
            <a:r>
              <a:rPr lang="sv-SE" dirty="0" err="1"/>
              <a:t>Python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539850B-3927-2FF0-A729-959D9F4FB8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67789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# Funktion i </a:t>
            </a:r>
            <a:r>
              <a:rPr lang="sv-SE" sz="2400" b="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Python</a:t>
            </a:r>
            <a:br>
              <a:rPr lang="sv-SE" sz="24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def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 err="1">
                <a:solidFill>
                  <a:srgbClr val="00627A"/>
                </a:solidFill>
                <a:latin typeface="Consolas" panose="020B0609020204030204" pitchFamily="49" charset="0"/>
              </a:rPr>
              <a:t>my_function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par2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):</a:t>
            </a:r>
            <a:b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par1</a:t>
            </a:r>
            <a:r>
              <a:rPr lang="sv-SE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+</a:t>
            </a: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par2</a:t>
            </a:r>
            <a:b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v-SE" sz="2400" b="0" i="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sv-SE" sz="24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sv-SE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b="0" i="0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</a:t>
            </a:r>
            <a:endParaRPr lang="sv-SE" sz="2400" b="0" i="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B1E791A-1923-D1AF-4B26-624386D97A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9FB598-83B4-7F98-1B09-F31795FF77F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BFCCF0-BBCD-667F-CD5E-62652757584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1590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6E109A7-65E2-C1D3-CF9C-0675AAA1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Metoder i Java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C8184F0-977D-53F4-A9FE-D6AD0966D2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749740"/>
          </a:xfrm>
        </p:spPr>
        <p:txBody>
          <a:bodyPr/>
          <a:lstStyle/>
          <a:p>
            <a:r>
              <a:rPr lang="sv-SE" dirty="0"/>
              <a:t>Java är helt objektorienterat och har istället för funktioner </a:t>
            </a:r>
            <a:r>
              <a:rPr lang="sv-SE" i="1" dirty="0"/>
              <a:t>metoder</a:t>
            </a:r>
            <a:r>
              <a:rPr lang="sv-SE" dirty="0"/>
              <a:t> (dessa finns i </a:t>
            </a:r>
            <a:r>
              <a:rPr lang="sv-SE" dirty="0" err="1"/>
              <a:t>Python</a:t>
            </a:r>
            <a:r>
              <a:rPr lang="sv-SE" dirty="0"/>
              <a:t> också—har du läst kursen Programmering 2 känner du till dem)</a:t>
            </a:r>
          </a:p>
          <a:p>
            <a:r>
              <a:rPr lang="sv-SE" dirty="0"/>
              <a:t>Metoder är i princip samma sak som funktioner, men kopplade till objekt.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43418AE-04CE-C022-7070-3A25CD45F99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351EE9E-0449-E243-A366-B086865B8B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0C2B308-69C7-5B48-2F69-EA304EE89B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31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A64D4FF4-1896-A655-BC48-5B13F79F3A32}"/>
              </a:ext>
            </a:extLst>
          </p:cNvPr>
          <p:cNvSpPr txBox="1"/>
          <p:nvPr/>
        </p:nvSpPr>
        <p:spPr>
          <a:xfrm>
            <a:off x="1281407" y="3669579"/>
            <a:ext cx="962918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double </a:t>
            </a:r>
            <a:r>
              <a:rPr lang="fr-FR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myMethod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par1, </a:t>
            </a:r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par2){</a:t>
            </a:r>
            <a:b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fr-FR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result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= par1+par2;</a:t>
            </a:r>
            <a:b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fr-FR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result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4050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E3A9A17-EFBF-3BB7-01F7-48C4E104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Metodhuvudet/signaturen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A5D477C-AB2B-9650-8E4B-3A64290E7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50441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double </a:t>
            </a:r>
            <a:r>
              <a:rPr lang="fr-FR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myMethod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par1, </a:t>
            </a:r>
            <a:r>
              <a:rPr lang="fr-FR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fr-FR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par2){}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BE4F03A-1F4F-3E06-B085-BE0746915E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1B292FB-B656-24E0-714E-5F49C0669A6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15D9B75-0D4B-9E5D-AD0D-4D25B22C6AC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32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F6CF1460-FBAE-23E9-9B46-C35FC28702A3}"/>
              </a:ext>
            </a:extLst>
          </p:cNvPr>
          <p:cNvSpPr txBox="1">
            <a:spLocks/>
          </p:cNvSpPr>
          <p:nvPr/>
        </p:nvSpPr>
        <p:spPr>
          <a:xfrm>
            <a:off x="1281407" y="2424252"/>
            <a:ext cx="9629186" cy="3821159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sv-SE" dirty="0"/>
              <a:t> anger tillgänglighet</a:t>
            </a:r>
          </a:p>
          <a:p>
            <a:r>
              <a:rPr lang="fr-FR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sv-SE" dirty="0"/>
              <a:t> (det första) anger returtyp</a:t>
            </a:r>
          </a:p>
          <a:p>
            <a:r>
              <a:rPr lang="sv-SE" dirty="0"/>
              <a:t>Parametrarna behöver också ha bestämda datatyper</a:t>
            </a:r>
          </a:p>
          <a:p>
            <a:r>
              <a:rPr lang="sv-SE" dirty="0"/>
              <a:t>En metod som inte ska returnera något värde har retur-typen </a:t>
            </a:r>
            <a:r>
              <a:rPr lang="fr-FR" dirty="0" err="1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90504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777DA9E-5F6A-57B1-A7BA-93B66013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Överskuggning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CA38715-4A2A-1706-1040-E4EB41DB41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357854"/>
          </a:xfrm>
        </p:spPr>
        <p:txBody>
          <a:bodyPr/>
          <a:lstStyle/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kunde man ange default-parametrar för funktioner som ibland skulle ta emot olika antal parametrar.</a:t>
            </a:r>
          </a:p>
          <a:p>
            <a:r>
              <a:rPr lang="sv-SE" dirty="0"/>
              <a:t>I Java behöver vi </a:t>
            </a:r>
            <a:r>
              <a:rPr lang="sv-SE" i="1" dirty="0"/>
              <a:t>överskugga</a:t>
            </a:r>
            <a:r>
              <a:rPr lang="sv-SE" dirty="0"/>
              <a:t> metoderna.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B43E64F-500B-7F63-7D69-ADC16F8891A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973276-9985-4CFD-A750-2690FAECFE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0667C3F-25D1-030F-FFE6-0AB5E768E29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0F8AE53-1AD9-A368-C9C1-CCCDA877C80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33</a:t>
            </a:fld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31FED929-CE01-FE0A-BC6C-CBCB54E1F74D}"/>
              </a:ext>
            </a:extLst>
          </p:cNvPr>
          <p:cNvSpPr txBox="1"/>
          <p:nvPr/>
        </p:nvSpPr>
        <p:spPr>
          <a:xfrm>
            <a:off x="1281407" y="3122592"/>
            <a:ext cx="9629186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double </a:t>
            </a:r>
            <a:r>
              <a:rPr lang="en-US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myMethod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0.0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double </a:t>
            </a:r>
            <a:r>
              <a:rPr lang="en-US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myMethod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a){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*a;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double </a:t>
            </a:r>
            <a:r>
              <a:rPr lang="en-US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myMethod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b){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sz="24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en-US" sz="2400" b="0" i="0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*(</a:t>
            </a:r>
            <a:r>
              <a:rPr lang="en-US" sz="24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a+b</a:t>
            </a: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9483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D6130DE-52A8-94BF-3975-06A8EA1B7F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Klasser</a:t>
            </a:r>
          </a:p>
        </p:txBody>
      </p:sp>
    </p:spTree>
    <p:extLst>
      <p:ext uri="{BB962C8B-B14F-4D97-AF65-F5344CB8AC3E}">
        <p14:creationId xmlns:p14="http://schemas.microsoft.com/office/powerpoint/2010/main" val="1562733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93AC33E-AF27-EEC3-9A79-9FD6502C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Kort om klasser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EDE85DD-55AD-6D93-3815-AB08AF84D2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I Java måste all kod ligga i klasser</a:t>
            </a:r>
          </a:p>
          <a:p>
            <a:r>
              <a:rPr lang="sv-SE" dirty="0"/>
              <a:t>Varje fil får bara innehålla en klass.</a:t>
            </a:r>
          </a:p>
          <a:p>
            <a:r>
              <a:rPr lang="sv-SE" dirty="0"/>
              <a:t>Klassnamnet måste stämma överens med filnamnet.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E305B10-1616-9F95-28C6-75BF4BA7090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729419-B881-4446-93DD-147DC7C34C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8B24BC6-7611-A7D4-7E49-200B5E6481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BD72CF2-A471-2262-1527-47A08A7A1D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4289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5A919D9-C32E-2F8D-4E0D-DF57E642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Skapa en klass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235A585-BD6B-AA39-13D4-AF5A3BE5EB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526873"/>
          </a:xfrm>
        </p:spPr>
        <p:txBody>
          <a:bodyPr/>
          <a:lstStyle/>
          <a:p>
            <a:r>
              <a:rPr lang="sv-SE" dirty="0"/>
              <a:t>Klassnamnet bör börja med stor bokstav.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1D8DD57-73F0-6ED3-A300-FD85613ACA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729419-B881-4446-93DD-147DC7C34C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932A7AA-D3C3-5EFA-93F5-F38857DE0D7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EFA61A5-0507-56CE-8C00-115FD451B15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36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DA04DE5C-E350-A446-BFEA-E5B6A68D9B0D}"/>
              </a:ext>
            </a:extLst>
          </p:cNvPr>
          <p:cNvSpPr txBox="1">
            <a:spLocks/>
          </p:cNvSpPr>
          <p:nvPr/>
        </p:nvSpPr>
        <p:spPr>
          <a:xfrm>
            <a:off x="1281407" y="4861916"/>
            <a:ext cx="9629186" cy="901321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Den klass du kommer att köra ditt program ifrån behöver innehålla </a:t>
            </a:r>
            <a:br>
              <a:rPr lang="sv-SE" dirty="0"/>
            </a:b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static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80808"/>
                </a:solidFill>
                <a:latin typeface="Consolas" panose="020B0609020204030204" pitchFamily="49" charset="0"/>
              </a:rPr>
              <a:t>main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(String[] args)</a:t>
            </a:r>
            <a:r>
              <a:rPr lang="sv-SE" dirty="0"/>
              <a:t> 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DA2DDE31-8D45-13E3-BA64-FF9E69E90742}"/>
              </a:ext>
            </a:extLst>
          </p:cNvPr>
          <p:cNvSpPr txBox="1"/>
          <p:nvPr/>
        </p:nvSpPr>
        <p:spPr>
          <a:xfrm>
            <a:off x="1281407" y="2448064"/>
            <a:ext cx="9629186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8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sv-SE" sz="28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sv-SE" sz="28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8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MyJavaFile</a:t>
            </a:r>
            <a: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sz="28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sv-SE" sz="28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static</a:t>
            </a:r>
            <a:r>
              <a:rPr lang="sv-SE" sz="28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800" b="0" i="0" dirty="0" err="1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r>
              <a:rPr lang="sv-SE" sz="2800" b="0" i="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800" b="0" i="0" dirty="0" err="1">
                <a:solidFill>
                  <a:srgbClr val="080808"/>
                </a:solidFill>
                <a:latin typeface="Consolas" panose="020B0609020204030204" pitchFamily="49" charset="0"/>
              </a:rPr>
              <a:t>main</a:t>
            </a:r>
            <a: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(String[] args){</a:t>
            </a:r>
            <a:b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sv-SE" sz="28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// Här börjar programmet</a:t>
            </a:r>
            <a:br>
              <a:rPr lang="sv-SE" sz="2800" b="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800" b="0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sz="2800" b="0" i="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3348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DA2ECAA-0E82-BEF2-80F0-18FD6D5C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Kompilera Java-kod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FAE58D3-581B-9EE4-0F28-7BAC8D57A0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3807" y="2480054"/>
            <a:ext cx="9629186" cy="510831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dirty="0" err="1">
                <a:latin typeface="Consolas" panose="020B0609020204030204" pitchFamily="49" charset="0"/>
              </a:rPr>
              <a:t>javac</a:t>
            </a:r>
            <a:r>
              <a:rPr lang="sv-SE" dirty="0">
                <a:latin typeface="Consolas" panose="020B0609020204030204" pitchFamily="49" charset="0"/>
              </a:rPr>
              <a:t> MyJavaFile.java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E3FE136-B0B1-B7BC-CB94-02D4D35C077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729419-B881-4446-93DD-147DC7C34C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E49668E-192B-6C31-F50A-C7EE6FE041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7644E2A-E754-6322-234F-F8CCE8AB776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37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69C07DEA-438C-90E5-F491-A3A46C2E3338}"/>
              </a:ext>
            </a:extLst>
          </p:cNvPr>
          <p:cNvSpPr txBox="1">
            <a:spLocks/>
          </p:cNvSpPr>
          <p:nvPr/>
        </p:nvSpPr>
        <p:spPr>
          <a:xfrm>
            <a:off x="1433807" y="1903506"/>
            <a:ext cx="9629186" cy="510831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För att kompilera Java-kod i terminalen skriver du:</a:t>
            </a:r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2756ABF3-6C2E-B2AE-C069-A577F4DBFAE9}"/>
              </a:ext>
            </a:extLst>
          </p:cNvPr>
          <p:cNvSpPr txBox="1">
            <a:spLocks/>
          </p:cNvSpPr>
          <p:nvPr/>
        </p:nvSpPr>
        <p:spPr>
          <a:xfrm>
            <a:off x="1433807" y="3062974"/>
            <a:ext cx="9629186" cy="510831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För att sedan köra ett Java-program i terminalen skriver du: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19A50B58-51C8-B65C-3DFB-41262E6FB9EB}"/>
              </a:ext>
            </a:extLst>
          </p:cNvPr>
          <p:cNvSpPr txBox="1">
            <a:spLocks/>
          </p:cNvSpPr>
          <p:nvPr/>
        </p:nvSpPr>
        <p:spPr>
          <a:xfrm>
            <a:off x="1433807" y="3645894"/>
            <a:ext cx="9629186" cy="510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>
                <a:latin typeface="Consolas" panose="020B0609020204030204" pitchFamily="49" charset="0"/>
              </a:rPr>
              <a:t>java </a:t>
            </a:r>
            <a:r>
              <a:rPr lang="sv-SE" dirty="0" err="1">
                <a:latin typeface="Consolas" panose="020B0609020204030204" pitchFamily="49" charset="0"/>
              </a:rPr>
              <a:t>MyJavaFile</a:t>
            </a:r>
            <a:endParaRPr lang="sv-SE" dirty="0">
              <a:latin typeface="Consolas" panose="020B0609020204030204" pitchFamily="49" charset="0"/>
            </a:endParaRPr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8AD7E5DF-7034-BAE7-38B4-D37732BD7480}"/>
              </a:ext>
            </a:extLst>
          </p:cNvPr>
          <p:cNvSpPr txBox="1">
            <a:spLocks/>
          </p:cNvSpPr>
          <p:nvPr/>
        </p:nvSpPr>
        <p:spPr>
          <a:xfrm>
            <a:off x="1433807" y="4297553"/>
            <a:ext cx="9629186" cy="892957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Notera att du i det första fallet har med </a:t>
            </a:r>
            <a:r>
              <a:rPr lang="sv-SE" dirty="0">
                <a:latin typeface="Consolas" panose="020B0609020204030204" pitchFamily="49" charset="0"/>
              </a:rPr>
              <a:t>.java</a:t>
            </a:r>
            <a:r>
              <a:rPr lang="sv-SE" dirty="0"/>
              <a:t>, medan i det andra fallet har inte det.</a:t>
            </a:r>
          </a:p>
        </p:txBody>
      </p:sp>
    </p:spTree>
    <p:extLst>
      <p:ext uri="{BB962C8B-B14F-4D97-AF65-F5344CB8AC3E}">
        <p14:creationId xmlns:p14="http://schemas.microsoft.com/office/powerpoint/2010/main" val="22001649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BD72AE15-ECB6-28CB-C113-9E74B86D49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Sammanfattning</a:t>
            </a:r>
          </a:p>
        </p:txBody>
      </p:sp>
    </p:spTree>
    <p:extLst>
      <p:ext uri="{BB962C8B-B14F-4D97-AF65-F5344CB8AC3E}">
        <p14:creationId xmlns:p14="http://schemas.microsoft.com/office/powerpoint/2010/main" val="771825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6B45A77-901A-88F3-78FF-994392A8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Sammanfattning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F9A75C8-DBB7-E79E-7D2C-DD80337023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/>
              <a:t>Java och </a:t>
            </a:r>
            <a:r>
              <a:rPr lang="sv-SE" dirty="0" err="1"/>
              <a:t>Python</a:t>
            </a:r>
            <a:r>
              <a:rPr lang="sv-SE" dirty="0"/>
              <a:t> är mer lika än olika.</a:t>
            </a:r>
          </a:p>
          <a:p>
            <a:r>
              <a:rPr lang="sv-SE" dirty="0"/>
              <a:t>I Java avslutar vi varje rad med ;</a:t>
            </a:r>
          </a:p>
          <a:p>
            <a:r>
              <a:rPr lang="sv-SE" dirty="0"/>
              <a:t>I Java behöver vi deklarera datatyper.</a:t>
            </a:r>
          </a:p>
          <a:p>
            <a:r>
              <a:rPr lang="sv-SE" dirty="0"/>
              <a:t>I Java markerar man block med {}</a:t>
            </a:r>
          </a:p>
          <a:p>
            <a:r>
              <a:rPr lang="sv-SE" dirty="0"/>
              <a:t>I Java har vi parenteser runt villkor.</a:t>
            </a:r>
          </a:p>
          <a:p>
            <a:r>
              <a:rPr lang="sv-SE" dirty="0"/>
              <a:t>I Java har </a:t>
            </a:r>
            <a:r>
              <a:rPr lang="sv-SE" dirty="0" err="1"/>
              <a:t>arrayer</a:t>
            </a:r>
            <a:r>
              <a:rPr lang="sv-SE" dirty="0"/>
              <a:t> bestämda storlekar och markeras med {}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D22BD91-17B7-1A95-E498-2ADAFAD401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C800BD3-7AC9-4632-A69F-FC4F323E5C2B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03894D6-6B2F-0C96-7974-BCC49B2AF1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D9782F4-6803-0F86-1967-F2FB87DC25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50281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210AA04-349F-5319-377A-47C6BCE9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Rekommenderad läsning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134CF7F-87BD-C339-4C8E-B81FD5840E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sv-SE" dirty="0" err="1"/>
              <a:t>Deitel</a:t>
            </a:r>
            <a:r>
              <a:rPr lang="sv-SE" dirty="0"/>
              <a:t> &amp; </a:t>
            </a:r>
            <a:r>
              <a:rPr lang="sv-SE" dirty="0" err="1"/>
              <a:t>Deitel</a:t>
            </a:r>
            <a:r>
              <a:rPr lang="sv-SE" dirty="0"/>
              <a:t>, kapitel 2–6, s. 87–297</a:t>
            </a:r>
          </a:p>
          <a:p>
            <a:r>
              <a:rPr lang="sv-SE" dirty="0"/>
              <a:t>Oscar Wilde, </a:t>
            </a:r>
            <a:r>
              <a:rPr lang="sv-SE" i="1" dirty="0"/>
              <a:t>The Picture </a:t>
            </a:r>
            <a:r>
              <a:rPr lang="sv-SE" i="1" dirty="0" err="1"/>
              <a:t>of</a:t>
            </a:r>
            <a:r>
              <a:rPr lang="sv-SE" i="1" dirty="0"/>
              <a:t> Dorian Gray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F1B42C7-0C43-53A7-C245-98601F30F65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A282F2-9D1C-477E-B16D-7173107988C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D027263-2974-C284-57B5-6AA97F7071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485DE91-32A0-04EE-7002-9162869DD3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40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8203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99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Malmö universitets profilfärger">
      <a:dk1>
        <a:sysClr val="windowText" lastClr="000000"/>
      </a:dk1>
      <a:lt1>
        <a:srgbClr val="FFFFFF"/>
      </a:lt1>
      <a:dk2>
        <a:srgbClr val="FDE1D1"/>
      </a:dk2>
      <a:lt2>
        <a:srgbClr val="E0F2EF"/>
      </a:lt2>
      <a:accent1>
        <a:srgbClr val="98D1C9"/>
      </a:accent1>
      <a:accent2>
        <a:srgbClr val="3E397C"/>
      </a:accent2>
      <a:accent3>
        <a:srgbClr val="958DB7"/>
      </a:accent3>
      <a:accent4>
        <a:srgbClr val="DEDDEC"/>
      </a:accent4>
      <a:accent5>
        <a:srgbClr val="FFEA84"/>
      </a:accent5>
      <a:accent6>
        <a:srgbClr val="FFF8D2"/>
      </a:accent6>
      <a:hlink>
        <a:srgbClr val="000000"/>
      </a:hlink>
      <a:folHlink>
        <a:srgbClr val="000000"/>
      </a:folHlink>
    </a:clrScheme>
    <a:fontScheme name="Typsnitt Malmö universite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-mall.potx" id="{76260825-B52A-4371-962E-0F646B535D6F}" vid="{252BA94E-D400-4D1B-A3EA-85F8CE57FC0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df1925-8bd3-47f4-8ffb-0210feaca5af">
      <Terms xmlns="http://schemas.microsoft.com/office/infopath/2007/PartnerControls"/>
    </lcf76f155ced4ddcb4097134ff3c332f>
    <TaxCatchAll xmlns="6b017037-6ae0-4ea8-b6e4-f7ebf1bec62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79499ED8CCF14781A922FD4680420C" ma:contentTypeVersion="11" ma:contentTypeDescription="Skapa ett nytt dokument." ma:contentTypeScope="" ma:versionID="af65cb1759ead4c0afa5d6f90ff6f95f">
  <xsd:schema xmlns:xsd="http://www.w3.org/2001/XMLSchema" xmlns:xs="http://www.w3.org/2001/XMLSchema" xmlns:p="http://schemas.microsoft.com/office/2006/metadata/properties" xmlns:ns2="92df1925-8bd3-47f4-8ffb-0210feaca5af" xmlns:ns3="6b017037-6ae0-4ea8-b6e4-f7ebf1bec620" targetNamespace="http://schemas.microsoft.com/office/2006/metadata/properties" ma:root="true" ma:fieldsID="6140b66735cb508fc35e4d92d78e72d3" ns2:_="" ns3:_="">
    <xsd:import namespace="92df1925-8bd3-47f4-8ffb-0210feaca5af"/>
    <xsd:import namespace="6b017037-6ae0-4ea8-b6e4-f7ebf1bec6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f1925-8bd3-47f4-8ffb-0210feaca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eringar" ma:readOnly="false" ma:fieldId="{5cf76f15-5ced-4ddc-b409-7134ff3c332f}" ma:taxonomyMulti="true" ma:sspId="05791678-e238-4569-b23e-57f6e541a4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7037-6ae0-4ea8-b6e4-f7ebf1bec62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b106a71-5a32-480c-8d42-1d175ae4312c}" ma:internalName="TaxCatchAll" ma:showField="CatchAllData" ma:web="6b017037-6ae0-4ea8-b6e4-f7ebf1bec6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04BCA1-F795-483A-AE90-AA39EFC9A75E}">
  <ds:schemaRefs>
    <ds:schemaRef ds:uri="http://schemas.microsoft.com/office/2006/metadata/properties"/>
    <ds:schemaRef ds:uri="http://schemas.microsoft.com/office/infopath/2007/PartnerControls"/>
    <ds:schemaRef ds:uri="92df1925-8bd3-47f4-8ffb-0210feaca5af"/>
    <ds:schemaRef ds:uri="6b017037-6ae0-4ea8-b6e4-f7ebf1bec620"/>
  </ds:schemaRefs>
</ds:datastoreItem>
</file>

<file path=customXml/itemProps2.xml><?xml version="1.0" encoding="utf-8"?>
<ds:datastoreItem xmlns:ds="http://schemas.openxmlformats.org/officeDocument/2006/customXml" ds:itemID="{C95A3BE8-68F3-4CA0-BABB-F722A8576D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df1925-8bd3-47f4-8ffb-0210feaca5af"/>
    <ds:schemaRef ds:uri="6b017037-6ae0-4ea8-b6e4-f7ebf1bec6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4C7038-6416-40BC-AF1C-9A58329B58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MaU-mall</Template>
  <TotalTime>5475</TotalTime>
  <Words>1866</Words>
  <Application>Microsoft Office PowerPoint</Application>
  <PresentationFormat>Bredbild</PresentationFormat>
  <Paragraphs>220</Paragraphs>
  <Slides>41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41</vt:i4>
      </vt:variant>
    </vt:vector>
  </HeadingPairs>
  <TitlesOfParts>
    <vt:vector size="48" baseType="lpstr">
      <vt:lpstr>Consolas</vt:lpstr>
      <vt:lpstr>Aptos</vt:lpstr>
      <vt:lpstr>Times New Roman</vt:lpstr>
      <vt:lpstr>Trebuchet MS</vt:lpstr>
      <vt:lpstr>Arial</vt:lpstr>
      <vt:lpstr>JetBrains Mono</vt:lpstr>
      <vt:lpstr>Office-tema</vt:lpstr>
      <vt:lpstr>F2: Java vs. Python</vt:lpstr>
      <vt:lpstr>Innehåll</vt:lpstr>
      <vt:lpstr>PowerPoint-presentation</vt:lpstr>
      <vt:lpstr>Repetition</vt:lpstr>
      <vt:lpstr>Datatyper</vt:lpstr>
      <vt:lpstr>Input/output</vt:lpstr>
      <vt:lpstr>Villkorssatser</vt:lpstr>
      <vt:lpstr>Loopar</vt:lpstr>
      <vt:lpstr>Funktioner</vt:lpstr>
      <vt:lpstr>Listor</vt:lpstr>
      <vt:lpstr>PowerPoint-presentation</vt:lpstr>
      <vt:lpstr>Vad är Java?</vt:lpstr>
      <vt:lpstr>Var används Java?</vt:lpstr>
      <vt:lpstr>PowerPoint-presentation</vt:lpstr>
      <vt:lpstr>Semikolon</vt:lpstr>
      <vt:lpstr>Block</vt:lpstr>
      <vt:lpstr>Kommentarer</vt:lpstr>
      <vt:lpstr>Namnkonventioner</vt:lpstr>
      <vt:lpstr>Datatyper</vt:lpstr>
      <vt:lpstr>Datatyper</vt:lpstr>
      <vt:lpstr>Float och double</vt:lpstr>
      <vt:lpstr>Input/output</vt:lpstr>
      <vt:lpstr>Input/output</vt:lpstr>
      <vt:lpstr>Villkorssatser i Python</vt:lpstr>
      <vt:lpstr>Villkorssatser i Java</vt:lpstr>
      <vt:lpstr>While-loopar</vt:lpstr>
      <vt:lpstr>For-loopar</vt:lpstr>
      <vt:lpstr>Listor/arrayer</vt:lpstr>
      <vt:lpstr>Arrayer</vt:lpstr>
      <vt:lpstr>Funktioner i Python</vt:lpstr>
      <vt:lpstr>Metoder i Java</vt:lpstr>
      <vt:lpstr>Metodhuvudet/signaturen</vt:lpstr>
      <vt:lpstr>Överskuggning</vt:lpstr>
      <vt:lpstr>PowerPoint-presentation</vt:lpstr>
      <vt:lpstr>Kort om klasser</vt:lpstr>
      <vt:lpstr>Skapa en klass</vt:lpstr>
      <vt:lpstr>Kompilera Java-kod</vt:lpstr>
      <vt:lpstr>PowerPoint-presentation</vt:lpstr>
      <vt:lpstr>Sammanfattning</vt:lpstr>
      <vt:lpstr>Rekommenderad läsning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Calle Ketola</dc:creator>
  <cp:lastModifiedBy>Calle Ketola</cp:lastModifiedBy>
  <cp:revision>1</cp:revision>
  <dcterms:created xsi:type="dcterms:W3CDTF">2025-09-11T12:47:57Z</dcterms:created>
  <dcterms:modified xsi:type="dcterms:W3CDTF">2025-11-06T11:33:51Z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0x0101005779499ED8CCF14781A922FD4680420C</vt:lpwstr>
  </property>
</Properties>
</file>